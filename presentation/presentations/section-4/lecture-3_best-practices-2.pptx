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70"/>
    <p:restoredTop sz="94719"/>
  </p:normalViewPr>
  <p:slideViewPr>
    <p:cSldViewPr snapToGrid="0">
      <p:cViewPr varScale="1">
        <p:scale>
          <a:sx n="97" d="100"/>
          <a:sy n="97" d="100"/>
        </p:scale>
        <p:origin x="216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8"/>
            <a:ext cx="10668000" cy="1444541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Changing creativity - Temperature: </a:t>
            </a:r>
            <a:r>
              <a:rPr lang="en-GB" sz="1800" dirty="0">
                <a:solidFill>
                  <a:srgbClr val="002060"/>
                </a:solidFill>
              </a:rPr>
              <a:t>Adjusting creativity in responses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Controlled variability top-p/top-k tuning: </a:t>
            </a:r>
            <a:r>
              <a:rPr lang="en-GB" sz="1800" dirty="0">
                <a:solidFill>
                  <a:srgbClr val="002060"/>
                </a:solidFill>
              </a:rPr>
              <a:t>Adjusting randomness in responses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Using prompt templates: </a:t>
            </a:r>
            <a:r>
              <a:rPr lang="en-GB" sz="1800" dirty="0">
                <a:solidFill>
                  <a:srgbClr val="002060"/>
                </a:solidFill>
              </a:rPr>
              <a:t>Templating and parametrising the prompts for more secure and better maintainable prompts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Common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Techniques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11091</TotalTime>
  <Words>56</Words>
  <Application>Microsoft Macintosh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42</cp:revision>
  <dcterms:created xsi:type="dcterms:W3CDTF">2025-10-29T22:10:39Z</dcterms:created>
  <dcterms:modified xsi:type="dcterms:W3CDTF">2025-12-19T14:57:32Z</dcterms:modified>
</cp:coreProperties>
</file>