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94"/>
  </p:normalViewPr>
  <p:slideViewPr>
    <p:cSldViewPr snapToGrid="0">
      <p:cViewPr varScale="1">
        <p:scale>
          <a:sx n="109" d="100"/>
          <a:sy n="109" d="100"/>
        </p:scale>
        <p:origin x="29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80" y="1548280"/>
            <a:ext cx="10730580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Additional context added to prompt as a static text, focused on the specific context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Update context window using user prompt, not system prompt, as system prompt has different purpose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Use for fairly stable context (hundreds–a couple thousand tokens), low freshness needs, single domain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Common pitfalls to mention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Stuffing too much text (token waste/noise)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Mixing mutable facts into the system prompt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“I don’t know” fallback → hallucinations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In-Prompt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Context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(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Stuffing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14477</TotalTime>
  <Words>104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62</cp:revision>
  <dcterms:created xsi:type="dcterms:W3CDTF">2025-10-29T22:10:39Z</dcterms:created>
  <dcterms:modified xsi:type="dcterms:W3CDTF">2026-02-02T22:00:58Z</dcterms:modified>
</cp:coreProperties>
</file>