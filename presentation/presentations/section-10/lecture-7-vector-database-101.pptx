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26"/>
  </p:normalViewPr>
  <p:slideViewPr>
    <p:cSldViewPr snapToGrid="0">
      <p:cViewPr varScale="1">
        <p:scale>
          <a:sx n="78" d="100"/>
          <a:sy n="78" d="100"/>
        </p:scale>
        <p:origin x="328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Stores embedding vector, original text and metadata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Fast nearest-neighbour search (ANN indices like HNSW/IVF), persistence, filters and scaling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In-memory JSON (</a:t>
            </a:r>
            <a:r>
              <a:rPr lang="en-GB" sz="1800" dirty="0" err="1">
                <a:solidFill>
                  <a:srgbClr val="002060"/>
                </a:solidFill>
              </a:rPr>
              <a:t>SimpleVectorStore</a:t>
            </a:r>
            <a:r>
              <a:rPr lang="en-GB" sz="1800" dirty="0">
                <a:solidFill>
                  <a:srgbClr val="002060"/>
                </a:solidFill>
              </a:rPr>
              <a:t>), </a:t>
            </a:r>
            <a:r>
              <a:rPr lang="en-GB" sz="1800" dirty="0" err="1">
                <a:solidFill>
                  <a:srgbClr val="002060"/>
                </a:solidFill>
              </a:rPr>
              <a:t>PGVector</a:t>
            </a:r>
            <a:r>
              <a:rPr lang="en-GB" sz="1800" dirty="0">
                <a:solidFill>
                  <a:srgbClr val="002060"/>
                </a:solidFill>
              </a:rPr>
              <a:t>, Redis, </a:t>
            </a:r>
            <a:r>
              <a:rPr lang="en-GB" sz="1800" dirty="0" err="1">
                <a:solidFill>
                  <a:srgbClr val="002060"/>
                </a:solidFill>
              </a:rPr>
              <a:t>Qdrant</a:t>
            </a:r>
            <a:r>
              <a:rPr lang="en-GB" sz="1800" dirty="0">
                <a:solidFill>
                  <a:srgbClr val="002060"/>
                </a:solidFill>
              </a:rPr>
              <a:t>, Pinecone, Milvus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Can use Metadata filters such as scope by tenant, doc type, </a:t>
            </a:r>
            <a:r>
              <a:rPr lang="en-GB" sz="1800" dirty="0" err="1">
                <a:solidFill>
                  <a:srgbClr val="002060"/>
                </a:solidFill>
              </a:rPr>
              <a:t>updated_at</a:t>
            </a:r>
            <a:r>
              <a:rPr lang="en-GB" sz="1800" dirty="0">
                <a:solidFill>
                  <a:srgbClr val="002060"/>
                </a:solidFill>
              </a:rPr>
              <a:t>, etc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>
                <a:solidFill>
                  <a:srgbClr val="002060"/>
                </a:solidFill>
              </a:rPr>
              <a:t>Check not to: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Forgetting to store source/page/</a:t>
            </a:r>
            <a:r>
              <a:rPr lang="en-GB" sz="1800" dirty="0" err="1">
                <a:solidFill>
                  <a:srgbClr val="002060"/>
                </a:solidFill>
              </a:rPr>
              <a:t>chunk_index</a:t>
            </a:r>
            <a:r>
              <a:rPr lang="en-GB" sz="1800" dirty="0">
                <a:solidFill>
                  <a:srgbClr val="002060"/>
                </a:solidFill>
              </a:rPr>
              <a:t> → no citations &amp; no </a:t>
            </a:r>
            <a:r>
              <a:rPr lang="en-GB" sz="1800" dirty="0" err="1">
                <a:solidFill>
                  <a:srgbClr val="002060"/>
                </a:solidFill>
              </a:rPr>
              <a:t>neighbor</a:t>
            </a:r>
            <a:r>
              <a:rPr lang="en-GB" sz="1800" dirty="0">
                <a:solidFill>
                  <a:srgbClr val="002060"/>
                </a:solidFill>
              </a:rPr>
              <a:t> stitching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Skipping indexes → slow lookups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Mixing tenants in the same collection without a filter strategy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Vector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Databases 101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13896</TotalTime>
  <Words>113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61</cp:revision>
  <dcterms:created xsi:type="dcterms:W3CDTF">2025-10-29T22:10:39Z</dcterms:created>
  <dcterms:modified xsi:type="dcterms:W3CDTF">2026-01-27T22:59:43Z</dcterms:modified>
</cp:coreProperties>
</file>