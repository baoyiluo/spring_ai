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26"/>
  </p:normalViewPr>
  <p:slideViewPr>
    <p:cSldViewPr snapToGrid="0">
      <p:cViewPr varScale="1">
        <p:scale>
          <a:sx n="109" d="100"/>
          <a:sy n="109" d="100"/>
        </p:scale>
        <p:origin x="22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579" y="1548280"/>
            <a:ext cx="11151743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Retrieval-augmented Generation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Using large amount of data/docs like thousand pages pdfs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Only sending relevant parts of data using embeddings, vector database and similarity search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Sending all docs will cost money and time unnecessarily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RAG provides</a:t>
            </a:r>
            <a:r>
              <a:rPr lang="en-GB" sz="1800" dirty="0">
                <a:solidFill>
                  <a:srgbClr val="002060"/>
                </a:solidFill>
              </a:rPr>
              <a:t>: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Freshness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Domain grounding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Cost control (smaller contexts)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Reduction in hallucinations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Chat Memory vs RAG: 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Chat Memory is the conversational state – Short-term windowed memory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RAG provides the external knowledge – Long-term memory with semantic search over prior sessions/docs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Introduction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to</a:t>
            </a:r>
            <a:r>
              <a:rPr lang="tr-TR" sz="4000">
                <a:solidFill>
                  <a:schemeClr val="accent3">
                    <a:lumMod val="75000"/>
                  </a:schemeClr>
                </a:solidFill>
              </a:rPr>
              <a:t> RAG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16191</TotalTime>
  <Words>103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62</cp:revision>
  <dcterms:created xsi:type="dcterms:W3CDTF">2025-10-29T22:10:39Z</dcterms:created>
  <dcterms:modified xsi:type="dcterms:W3CDTF">2026-02-02T22:20:52Z</dcterms:modified>
</cp:coreProperties>
</file>