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26"/>
  </p:normalViewPr>
  <p:slideViewPr>
    <p:cSldViewPr snapToGrid="0">
      <p:cViewPr varScale="1">
        <p:scale>
          <a:sx n="78" d="100"/>
          <a:sy n="78" d="100"/>
        </p:scale>
        <p:origin x="192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548280"/>
            <a:ext cx="11116574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An embedding is a fixed-length numeric vector (e.g., 1536 or 1024) that encodes the </a:t>
            </a:r>
            <a:r>
              <a:rPr lang="en-GB" sz="1800" i="1" dirty="0">
                <a:solidFill>
                  <a:srgbClr val="002060"/>
                </a:solidFill>
              </a:rPr>
              <a:t>meaning</a:t>
            </a:r>
            <a:r>
              <a:rPr lang="en-GB" sz="1800" dirty="0">
                <a:solidFill>
                  <a:srgbClr val="002060"/>
                </a:solidFill>
              </a:rPr>
              <a:t> of text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Similar meaning → nearby vectors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Used for semantic search, deduplication, clustering, recommendation and RAG retrieval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Dimensions are model-specific and can be updated/changed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Distance of vector dimensions can be calculated using Cosine similarity, Dot product or L2(Euclidean) distance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Used to embed only chunks, not whole corpus. The query itself is also embedded once per search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Pay per token to create embeddings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Check: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Dimension mismatch between indexing and querying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Metric mismatch – storing with L2, but ranking with cosine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Using wrong embedding granularity – too big/too small chunks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Dimensions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101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13906</TotalTime>
  <Words>144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62</cp:revision>
  <dcterms:created xsi:type="dcterms:W3CDTF">2025-10-29T22:10:39Z</dcterms:created>
  <dcterms:modified xsi:type="dcterms:W3CDTF">2026-01-26T23:57:36Z</dcterms:modified>
</cp:coreProperties>
</file>