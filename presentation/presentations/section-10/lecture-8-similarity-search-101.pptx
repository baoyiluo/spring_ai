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19"/>
    <p:restoredTop sz="94609"/>
  </p:normalViewPr>
  <p:slideViewPr>
    <p:cSldViewPr snapToGrid="0">
      <p:cViewPr varScale="1">
        <p:scale>
          <a:sx n="123" d="100"/>
          <a:sy n="123" d="100"/>
        </p:scale>
        <p:origin x="208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2/12/26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2/12/26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2/12/26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2/12/26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2/12/26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580" y="1548280"/>
            <a:ext cx="10730580" cy="5045109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6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2060"/>
                </a:solidFill>
              </a:rPr>
              <a:t>Finds conceptually close chunks even when words differ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2060"/>
                </a:solidFill>
              </a:rPr>
              <a:t>Distance choice: Cosine, L2(Euclidean), Dot product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2060"/>
                </a:solidFill>
              </a:rPr>
              <a:t>Top-K: Keep most relevant K items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2060"/>
                </a:solidFill>
              </a:rPr>
              <a:t>Similarity Threshold: Filter by relevance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2060"/>
                </a:solidFill>
              </a:rPr>
              <a:t>Good chunking (right size, clean text)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2060"/>
                </a:solidFill>
              </a:rPr>
              <a:t>Query expansion (multi-query)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2060"/>
                </a:solidFill>
              </a:rPr>
              <a:t>Reranking (cross-encoder)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2060"/>
                </a:solidFill>
              </a:rPr>
              <a:t>Filters for scope/roles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2060"/>
                </a:solidFill>
              </a:rPr>
              <a:t>Neighbour stitching to compensate for zero overlap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2060"/>
                </a:solidFill>
              </a:rPr>
              <a:t>Check: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600" dirty="0">
                <a:solidFill>
                  <a:srgbClr val="002060"/>
                </a:solidFill>
              </a:rPr>
              <a:t>Too small K → relevant chunks never make it to </a:t>
            </a:r>
            <a:r>
              <a:rPr lang="en-GB" sz="1600" dirty="0" err="1">
                <a:solidFill>
                  <a:srgbClr val="002060"/>
                </a:solidFill>
              </a:rPr>
              <a:t>reranker</a:t>
            </a:r>
            <a:endParaRPr lang="en-GB" sz="1600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600" dirty="0">
                <a:solidFill>
                  <a:srgbClr val="002060"/>
                </a:solidFill>
              </a:rPr>
              <a:t>No “I don’t know” rule → hallucinations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600" dirty="0">
                <a:solidFill>
                  <a:srgbClr val="002060"/>
                </a:solidFill>
              </a:rPr>
              <a:t>Ignoring exact term needs → consider hybrid (BM25 + vectors)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6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Similarity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Search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101</a:t>
            </a: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1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10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10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10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30438</TotalTime>
  <Words>117</Words>
  <Application>Microsoft Macintosh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62</cp:revision>
  <dcterms:created xsi:type="dcterms:W3CDTF">2025-10-29T22:10:39Z</dcterms:created>
  <dcterms:modified xsi:type="dcterms:W3CDTF">2026-02-23T23:00:40Z</dcterms:modified>
</cp:coreProperties>
</file>