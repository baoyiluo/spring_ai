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2" r:id="rId1"/>
  </p:sldMasterIdLst>
  <p:sldIdLst>
    <p:sldId id="256" r:id="rId2"/>
    <p:sldId id="265" r:id="rId3"/>
    <p:sldId id="267" r:id="rId4"/>
    <p:sldId id="266" r:id="rId5"/>
    <p:sldId id="262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5858"/>
    <p:restoredTop sz="94694"/>
  </p:normalViewPr>
  <p:slideViewPr>
    <p:cSldViewPr snapToGrid="0">
      <p:cViewPr varScale="1">
        <p:scale>
          <a:sx n="82" d="100"/>
          <a:sy n="82" d="100"/>
        </p:scale>
        <p:origin x="256" y="10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999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76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09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2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65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899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235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30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72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39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4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12/31/25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7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99210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158" y="1548280"/>
            <a:ext cx="10730580" cy="2402397"/>
          </a:xfrm>
        </p:spPr>
        <p:txBody>
          <a:bodyPr>
            <a:noAutofit/>
          </a:bodyPr>
          <a:lstStyle/>
          <a:p>
            <a:pPr>
              <a:buClr>
                <a:srgbClr val="002060"/>
              </a:buClr>
            </a:pPr>
            <a:endParaRPr lang="en-GB" sz="1800" b="1" dirty="0">
              <a:solidFill>
                <a:srgbClr val="002060"/>
              </a:solidFill>
            </a:endParaRPr>
          </a:p>
          <a:p>
            <a:pPr marL="342900" indent="-34290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Structured Outputs &amp; Validation: 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 err="1">
                <a:solidFill>
                  <a:srgbClr val="002060"/>
                </a:solidFill>
              </a:rPr>
              <a:t>Json</a:t>
            </a:r>
            <a:r>
              <a:rPr lang="en-GB" sz="1800" dirty="0">
                <a:solidFill>
                  <a:srgbClr val="002060"/>
                </a:solidFill>
              </a:rPr>
              <a:t> schema bindings, validate with Bean validation	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 Prompt guarding: </a:t>
            </a:r>
          </a:p>
          <a:p>
            <a:pPr marL="800100" lvl="1" indent="-34290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Encode rules that constraints model’s behaviour (tone, honesty, refusal policy)</a:t>
            </a: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Security Hardening against Prompt Hacking: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Input isolation, tool </a:t>
            </a:r>
            <a:r>
              <a:rPr lang="en-GB" sz="1800" dirty="0" err="1">
                <a:solidFill>
                  <a:srgbClr val="002060"/>
                </a:solidFill>
              </a:rPr>
              <a:t>allowlist</a:t>
            </a:r>
            <a:r>
              <a:rPr lang="en-GB" sz="1800" dirty="0">
                <a:solidFill>
                  <a:srgbClr val="002060"/>
                </a:solidFill>
              </a:rPr>
              <a:t>, confirmation for side-effects, sandboxing, regex checks, output validation</a:t>
            </a: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 Determinism: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Control temperature, top-p and top-k parameters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 Versioning: 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Prompt and tool versioning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Model versioning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Vector index snapshots</a:t>
            </a:r>
          </a:p>
          <a:p>
            <a:pPr lvl="1" algn="l">
              <a:buClr>
                <a:srgbClr val="002060"/>
              </a:buClr>
            </a:pP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002060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7377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Mitigations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for</a:t>
            </a:r>
            <a:r>
              <a:rPr lang="tr-TR" sz="4000">
                <a:solidFill>
                  <a:schemeClr val="accent3">
                    <a:lumMod val="75000"/>
                  </a:schemeClr>
                </a:solidFill>
              </a:rPr>
              <a:t> LLM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Limitations</a:t>
            </a:r>
            <a:endParaRPr lang="tr-T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8239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1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10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10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10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10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869" y="1933048"/>
            <a:ext cx="10730580" cy="2402397"/>
          </a:xfrm>
        </p:spPr>
        <p:txBody>
          <a:bodyPr>
            <a:noAutofit/>
          </a:bodyPr>
          <a:lstStyle/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Memory Architecture:</a:t>
            </a:r>
          </a:p>
          <a:p>
            <a:pPr marL="800100" lvl="1" indent="-34290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Short-term memory (Summaries)</a:t>
            </a:r>
          </a:p>
          <a:p>
            <a:pPr marL="800100" lvl="1" indent="-34290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Long-term profile/knowledge (RAG)</a:t>
            </a: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 RAG:</a:t>
            </a:r>
          </a:p>
          <a:p>
            <a:pPr marL="800100" lvl="1" indent="-34290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Freshness</a:t>
            </a:r>
          </a:p>
          <a:p>
            <a:pPr marL="800100" lvl="1" indent="-34290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Domain grounding</a:t>
            </a:r>
          </a:p>
          <a:p>
            <a:pPr marL="800100" lvl="1" indent="-34290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Cost control (smaller contexts)</a:t>
            </a:r>
          </a:p>
          <a:p>
            <a:pPr marL="800100" lvl="1" indent="-34290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Reduction in hallucinations</a:t>
            </a: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 Tool/Function calling: </a:t>
            </a:r>
            <a:r>
              <a:rPr lang="en-GB" sz="1800" dirty="0">
                <a:solidFill>
                  <a:srgbClr val="002060"/>
                </a:solidFill>
              </a:rPr>
              <a:t>Invoke code or </a:t>
            </a:r>
            <a:r>
              <a:rPr lang="en-GB" sz="1800" dirty="0" err="1">
                <a:solidFill>
                  <a:srgbClr val="002060"/>
                </a:solidFill>
              </a:rPr>
              <a:t>Apis</a:t>
            </a:r>
            <a:r>
              <a:rPr lang="en-GB" sz="1800" dirty="0">
                <a:solidFill>
                  <a:srgbClr val="002060"/>
                </a:solidFill>
              </a:rPr>
              <a:t> for real time data, calculations, business logic</a:t>
            </a: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 MCP: </a:t>
            </a:r>
            <a:r>
              <a:rPr lang="en-GB" sz="1800" dirty="0">
                <a:solidFill>
                  <a:srgbClr val="002060"/>
                </a:solidFill>
              </a:rPr>
              <a:t> Package the tools as reusable versioned endpoints so that every client can share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002060"/>
              </a:solidFill>
            </a:endParaRPr>
          </a:p>
          <a:p>
            <a:pPr lvl="1" algn="l">
              <a:buClr>
                <a:srgbClr val="002060"/>
              </a:buClr>
            </a:pP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002060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7377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Mitigations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for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LLM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Limitations</a:t>
            </a:r>
            <a:endParaRPr lang="tr-T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2024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10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024" y="1728902"/>
            <a:ext cx="11388375" cy="2402397"/>
          </a:xfrm>
        </p:spPr>
        <p:txBody>
          <a:bodyPr>
            <a:noAutofit/>
          </a:bodyPr>
          <a:lstStyle/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Cost &amp; Latency Engineering: </a:t>
            </a:r>
            <a:r>
              <a:rPr lang="en-GB" sz="1800" dirty="0">
                <a:solidFill>
                  <a:srgbClr val="002060"/>
                </a:solidFill>
              </a:rPr>
              <a:t>Caching, streaming, concurrent tool execution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Privacy, Compliance &amp; Data Governance: </a:t>
            </a:r>
            <a:r>
              <a:rPr lang="en-GB" sz="1800" dirty="0">
                <a:solidFill>
                  <a:srgbClr val="002060"/>
                </a:solidFill>
              </a:rPr>
              <a:t>PII detection, field-level encryption, data retention, access controls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Model Strategy: </a:t>
            </a:r>
            <a:r>
              <a:rPr lang="en-GB" sz="1800" dirty="0">
                <a:solidFill>
                  <a:srgbClr val="002060"/>
                </a:solidFill>
              </a:rPr>
              <a:t>Task-based routing, fallback, fine tuning, domain gap adapters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IP &amp; Licensing Guardrails: </a:t>
            </a:r>
            <a:r>
              <a:rPr lang="en-GB" sz="1800" dirty="0">
                <a:solidFill>
                  <a:srgbClr val="002060"/>
                </a:solidFill>
              </a:rPr>
              <a:t>Policy prompts, code license scanners, citation requirements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742950" lvl="1" indent="-285750" algn="l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002060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7377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Mitigations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for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LLM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Limitations</a:t>
            </a:r>
            <a:endParaRPr lang="tr-T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5282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728711404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16373</TotalTime>
  <Words>230</Words>
  <Application>Microsoft Macintosh PowerPoint</Application>
  <PresentationFormat>Widescreen</PresentationFormat>
  <Paragraphs>44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Corbel</vt:lpstr>
      <vt:lpstr>Gabriola</vt:lpstr>
      <vt:lpstr>Wingdings</vt:lpstr>
      <vt:lpstr>Wingdings 2</vt:lpstr>
      <vt:lpstr>Frame</vt:lpstr>
      <vt:lpstr>Gen AI with Java and Spring</vt:lpstr>
      <vt:lpstr>PowerPoint Presentation</vt:lpstr>
      <vt:lpstr>PowerPoint Presentation</vt:lpstr>
      <vt:lpstr>PowerPoint Presentation</vt:lpstr>
      <vt:lpstr>Gen AI with Java and Spring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 AI with Java and Spring</dc:title>
  <dc:creator>eaalgorithm@gmail.com</dc:creator>
  <cp:lastModifiedBy>eaalgorithm@gmail.com</cp:lastModifiedBy>
  <cp:revision>61</cp:revision>
  <dcterms:created xsi:type="dcterms:W3CDTF">2025-10-29T22:10:39Z</dcterms:created>
  <dcterms:modified xsi:type="dcterms:W3CDTF">2026-01-02T11:51:57Z</dcterms:modified>
</cp:coreProperties>
</file>