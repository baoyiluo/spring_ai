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6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45"/>
  </p:normalViewPr>
  <p:slideViewPr>
    <p:cSldViewPr snapToGrid="0">
      <p:cViewPr varScale="1">
        <p:scale>
          <a:sx n="123" d="100"/>
          <a:sy n="123" d="100"/>
        </p:scale>
        <p:origin x="208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1/2/26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580" y="1548280"/>
            <a:ext cx="10730580" cy="4556685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Context limits &amp; forgetting</a:t>
            </a:r>
            <a:r>
              <a:rPr lang="en-GB" sz="1800" dirty="0">
                <a:solidFill>
                  <a:srgbClr val="002060"/>
                </a:solidFill>
              </a:rPr>
              <a:t>: A finite window causes earlier turns get dropped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Hallucinations &amp; fabrication</a:t>
            </a:r>
            <a:r>
              <a:rPr lang="en-GB" sz="1800" dirty="0">
                <a:solidFill>
                  <a:srgbClr val="002060"/>
                </a:solidFill>
              </a:rPr>
              <a:t>: Confident but wrong results when facts are missing or prompts are underspecified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Stale knowledge</a:t>
            </a:r>
            <a:r>
              <a:rPr lang="en-GB" sz="1800" dirty="0">
                <a:solidFill>
                  <a:srgbClr val="002060"/>
                </a:solidFill>
              </a:rPr>
              <a:t>: Model cannot see the new facts without feeding them at runtime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Domain gaps</a:t>
            </a:r>
            <a:r>
              <a:rPr lang="en-GB" sz="1800" dirty="0">
                <a:solidFill>
                  <a:srgbClr val="002060"/>
                </a:solidFill>
              </a:rPr>
              <a:t>: Can result in poor performance domain specific codebases or organisation specific docs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Non-determinism</a:t>
            </a:r>
            <a:r>
              <a:rPr lang="en-GB" sz="1800" dirty="0">
                <a:solidFill>
                  <a:srgbClr val="002060"/>
                </a:solidFill>
              </a:rPr>
              <a:t>: Same prompt ≠ Same answer (Sampling process) -&gt; Difficult to test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Weak reasoning &amp; calculation errors</a:t>
            </a:r>
            <a:r>
              <a:rPr lang="en-GB" sz="1800" dirty="0">
                <a:solidFill>
                  <a:srgbClr val="002060"/>
                </a:solidFill>
              </a:rPr>
              <a:t>: Difficult to reason about multi-step logic and complex math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Low </a:t>
            </a:r>
            <a:r>
              <a:rPr lang="en-GB" sz="1800" b="1" dirty="0" err="1">
                <a:solidFill>
                  <a:srgbClr val="002060"/>
                </a:solidFill>
              </a:rPr>
              <a:t>explainability</a:t>
            </a:r>
            <a:r>
              <a:rPr lang="en-GB" sz="1800" b="1" dirty="0">
                <a:solidFill>
                  <a:srgbClr val="002060"/>
                </a:solidFill>
              </a:rPr>
              <a:t> &amp; verification</a:t>
            </a:r>
            <a:r>
              <a:rPr lang="en-GB" sz="1800" dirty="0">
                <a:solidFill>
                  <a:srgbClr val="002060"/>
                </a:solidFill>
              </a:rPr>
              <a:t>: It is hard to audit why an answer is “right”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LLM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Limitations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869" y="2090145"/>
            <a:ext cx="11469390" cy="4391337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Bias &amp; safety risks</a:t>
            </a:r>
            <a:r>
              <a:rPr lang="en-GB" sz="1800" dirty="0">
                <a:solidFill>
                  <a:srgbClr val="002060"/>
                </a:solidFill>
              </a:rPr>
              <a:t>: Can result policy violations or toxic outputs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Privacy &amp; data leakage</a:t>
            </a:r>
            <a:r>
              <a:rPr lang="en-GB" sz="1800" dirty="0">
                <a:solidFill>
                  <a:srgbClr val="002060"/>
                </a:solidFill>
              </a:rPr>
              <a:t>: Can cause PII/secret exfiltration across boundaries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Cost &amp; latency</a:t>
            </a:r>
            <a:r>
              <a:rPr lang="en-GB" sz="1800" dirty="0">
                <a:solidFill>
                  <a:srgbClr val="002060"/>
                </a:solidFill>
              </a:rPr>
              <a:t>: Long contexts and big models can result slow responses and extra cost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Prompt hacking risks</a:t>
            </a:r>
            <a:r>
              <a:rPr lang="en-GB" sz="1800" dirty="0">
                <a:solidFill>
                  <a:srgbClr val="002060"/>
                </a:solidFill>
              </a:rPr>
              <a:t>: Untrusted content can hijack tools or instructions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>
                <a:solidFill>
                  <a:srgbClr val="002060"/>
                </a:solidFill>
              </a:rPr>
              <a:t>Tool reliability</a:t>
            </a:r>
            <a:r>
              <a:rPr lang="en-GB" sz="1800">
                <a:solidFill>
                  <a:srgbClr val="002060"/>
                </a:solidFill>
              </a:rPr>
              <a:t>: </a:t>
            </a:r>
            <a:r>
              <a:rPr lang="en-GB" sz="1800" dirty="0">
                <a:solidFill>
                  <a:srgbClr val="002060"/>
                </a:solidFill>
              </a:rPr>
              <a:t>Tools can fail or cause side-effects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Model/version drift</a:t>
            </a:r>
            <a:r>
              <a:rPr lang="en-GB" sz="1800" dirty="0">
                <a:solidFill>
                  <a:srgbClr val="002060"/>
                </a:solidFill>
              </a:rPr>
              <a:t>: Quality and </a:t>
            </a:r>
            <a:r>
              <a:rPr lang="en-GB" sz="1800" dirty="0" err="1">
                <a:solidFill>
                  <a:srgbClr val="002060"/>
                </a:solidFill>
              </a:rPr>
              <a:t>behavior</a:t>
            </a:r>
            <a:r>
              <a:rPr lang="en-GB" sz="1800" dirty="0">
                <a:solidFill>
                  <a:srgbClr val="002060"/>
                </a:solidFill>
              </a:rPr>
              <a:t> change across model updates without proper regression testing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IP / licensing concerns</a:t>
            </a:r>
            <a:r>
              <a:rPr lang="en-GB" sz="1800" dirty="0">
                <a:solidFill>
                  <a:srgbClr val="002060"/>
                </a:solidFill>
              </a:rPr>
              <a:t>: Have to check Copyrights, uncertainty of the training-data and generated code licenses</a:t>
            </a:r>
          </a:p>
          <a:p>
            <a:pPr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LLM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Limitations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610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13799</TotalTime>
  <Words>222</Words>
  <Application>Microsoft Macintosh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Corbel</vt:lpstr>
      <vt:lpstr>Gabriola</vt:lpstr>
      <vt:lpstr>Wingdings 2</vt:lpstr>
      <vt:lpstr>Frame</vt:lpstr>
      <vt:lpstr>Gen AI with Java and Spring</vt:lpstr>
      <vt:lpstr>PowerPoint Presentation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57</cp:revision>
  <dcterms:created xsi:type="dcterms:W3CDTF">2025-10-29T22:10:39Z</dcterms:created>
  <dcterms:modified xsi:type="dcterms:W3CDTF">2026-01-02T10:43:03Z</dcterms:modified>
</cp:coreProperties>
</file>