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162"/>
    <p:restoredTop sz="94719"/>
  </p:normalViewPr>
  <p:slideViewPr>
    <p:cSldViewPr snapToGrid="0">
      <p:cViewPr varScale="1">
        <p:scale>
          <a:sx n="91" d="100"/>
          <a:sy n="91" d="100"/>
        </p:scale>
        <p:origin x="224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-8708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712" y="1653788"/>
            <a:ext cx="11269842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 err="1">
                <a:solidFill>
                  <a:srgbClr val="002060"/>
                </a:solidFill>
                <a:effectLst/>
              </a:rPr>
              <a:t>MessageChatMemoryAdvisor</a:t>
            </a:r>
            <a:r>
              <a:rPr lang="en-GB" sz="1800" b="1" dirty="0">
                <a:solidFill>
                  <a:srgbClr val="002060"/>
                </a:solidFill>
              </a:rPr>
              <a:t>: </a:t>
            </a:r>
            <a:r>
              <a:rPr lang="en-GB" sz="1800" dirty="0">
                <a:solidFill>
                  <a:srgbClr val="002060"/>
                </a:solidFill>
              </a:rPr>
              <a:t>Retrieves conversation history from memory and adds memory in the prompt as a collection of messages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History stays as structured turns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Better when you want the model to treat history as real conversation turns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 err="1">
                <a:solidFill>
                  <a:srgbClr val="002060"/>
                </a:solidFill>
                <a:effectLst/>
              </a:rPr>
              <a:t>VectorStoreChatMemoryAdvisor</a:t>
            </a:r>
            <a:r>
              <a:rPr lang="en-GB" sz="1800" b="1" dirty="0">
                <a:solidFill>
                  <a:srgbClr val="002060"/>
                </a:solidFill>
              </a:rPr>
              <a:t>: : </a:t>
            </a:r>
            <a:r>
              <a:rPr lang="en-GB" sz="1800" dirty="0">
                <a:solidFill>
                  <a:srgbClr val="002060"/>
                </a:solidFill>
              </a:rPr>
              <a:t>Retrieves conversation history from vector store with similarity search and appends memory to the system prompt as plain text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 err="1">
                <a:solidFill>
                  <a:srgbClr val="002060"/>
                </a:solidFill>
              </a:rPr>
              <a:t>PromptChatMemoryAdvisor</a:t>
            </a:r>
            <a:r>
              <a:rPr lang="en-GB" sz="1800" b="1" dirty="0">
                <a:solidFill>
                  <a:srgbClr val="002060"/>
                </a:solidFill>
              </a:rPr>
              <a:t>: : </a:t>
            </a:r>
            <a:r>
              <a:rPr lang="en-GB" sz="1800" dirty="0">
                <a:solidFill>
                  <a:srgbClr val="002060"/>
                </a:solidFill>
              </a:rPr>
              <a:t>Retrieves conversation history from memory and appends memory to the system prompt as plain text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Cross-provider consistency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Less token usage – reduced cost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Easier summarization/compression of text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Memory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Advisors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15066</TotalTime>
  <Words>111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67</cp:revision>
  <dcterms:created xsi:type="dcterms:W3CDTF">2025-10-29T22:10:39Z</dcterms:created>
  <dcterms:modified xsi:type="dcterms:W3CDTF">2025-12-30T11:40:22Z</dcterms:modified>
</cp:coreProperties>
</file>