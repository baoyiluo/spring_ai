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94694"/>
  </p:normalViewPr>
  <p:slideViewPr>
    <p:cSldViewPr snapToGrid="0">
      <p:cViewPr varScale="1">
        <p:scale>
          <a:sx n="78" d="100"/>
          <a:sy n="78" d="100"/>
        </p:scale>
        <p:origin x="192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158" y="1337265"/>
            <a:ext cx="10668000" cy="1444541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Order status helper: </a:t>
            </a:r>
            <a:r>
              <a:rPr lang="en-GB" sz="1800" dirty="0">
                <a:solidFill>
                  <a:srgbClr val="002060"/>
                </a:solidFill>
              </a:rPr>
              <a:t>An assistant that remembers the user’s </a:t>
            </a:r>
            <a:r>
              <a:rPr lang="en-GB" sz="1800" b="1" dirty="0">
                <a:solidFill>
                  <a:srgbClr val="002060"/>
                </a:solidFill>
              </a:rPr>
              <a:t>order number</a:t>
            </a:r>
            <a:r>
              <a:rPr lang="en-GB" sz="1800" dirty="0">
                <a:solidFill>
                  <a:srgbClr val="002060"/>
                </a:solidFill>
              </a:rPr>
              <a:t> and </a:t>
            </a:r>
            <a:r>
              <a:rPr lang="en-GB" sz="1800" b="1" dirty="0">
                <a:solidFill>
                  <a:srgbClr val="002060"/>
                </a:solidFill>
              </a:rPr>
              <a:t>preferred carrier</a:t>
            </a:r>
            <a:r>
              <a:rPr lang="en-GB" sz="1800" dirty="0">
                <a:solidFill>
                  <a:srgbClr val="002060"/>
                </a:solidFill>
              </a:rPr>
              <a:t> across turns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Conversation id: </a:t>
            </a:r>
            <a:r>
              <a:rPr lang="en-GB" sz="1800" dirty="0">
                <a:solidFill>
                  <a:srgbClr val="002060"/>
                </a:solidFill>
              </a:rPr>
              <a:t>Separate the chat memory per user/tenant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Limiting the chat memory size: </a:t>
            </a:r>
            <a:r>
              <a:rPr lang="en-GB" sz="1800" dirty="0">
                <a:solidFill>
                  <a:srgbClr val="002060"/>
                </a:solidFill>
              </a:rPr>
              <a:t>Max messages property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Chat memory vs </a:t>
            </a:r>
            <a:r>
              <a:rPr lang="en-GB" sz="1800" b="1">
                <a:solidFill>
                  <a:srgbClr val="002060"/>
                </a:solidFill>
              </a:rPr>
              <a:t>Chat history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Chat Memory</a:t>
            </a: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12969</TotalTime>
  <Words>62</Words>
  <Application>Microsoft Macintosh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Corbel</vt:lpstr>
      <vt:lpstr>Gabriola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53</cp:revision>
  <dcterms:created xsi:type="dcterms:W3CDTF">2025-10-29T22:10:39Z</dcterms:created>
  <dcterms:modified xsi:type="dcterms:W3CDTF">2025-12-28T00:19:15Z</dcterms:modified>
</cp:coreProperties>
</file>