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2" r:id="rId1"/>
  </p:sldMasterIdLst>
  <p:sldIdLst>
    <p:sldId id="256" r:id="rId2"/>
    <p:sldId id="265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94"/>
  </p:normalViewPr>
  <p:slideViewPr>
    <p:cSldViewPr snapToGrid="0">
      <p:cViewPr varScale="1">
        <p:scale>
          <a:sx n="109" d="100"/>
          <a:sy n="109" d="100"/>
        </p:scale>
        <p:origin x="224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99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76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909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2267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2653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1899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235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12300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472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1398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969C88-B244-455D-A017-012B25B1ACDD}" type="datetimeFigureOut">
              <a:rPr lang="en-US" smtClean="0"/>
              <a:t>12/29/25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CE569E-9B7C-4CB9-AB80-C0841F922C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0404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6969C88-B244-455D-A017-012B25B1ACDD}" type="datetimeFigureOut">
              <a:rPr lang="en-US" smtClean="0"/>
              <a:pPr/>
              <a:t>12/29/25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7CE569E-9B7C-4CB9-AB80-C0841F922CF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16773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3" r:id="rId1"/>
    <p:sldLayoutId id="2147483814" r:id="rId2"/>
    <p:sldLayoutId id="2147483815" r:id="rId3"/>
    <p:sldLayoutId id="2147483816" r:id="rId4"/>
    <p:sldLayoutId id="2147483817" r:id="rId5"/>
    <p:sldLayoutId id="2147483818" r:id="rId6"/>
    <p:sldLayoutId id="2147483819" r:id="rId7"/>
    <p:sldLayoutId id="2147483820" r:id="rId8"/>
    <p:sldLayoutId id="2147483821" r:id="rId9"/>
    <p:sldLayoutId id="2147483822" r:id="rId10"/>
    <p:sldLayoutId id="21474838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9921012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10" name="Subtitle 9">
            <a:extLst>
              <a:ext uri="{FF2B5EF4-FFF2-40B4-BE49-F238E27FC236}">
                <a16:creationId xmlns:a16="http://schemas.microsoft.com/office/drawing/2014/main" id="{0042004D-6542-CFF4-3784-78CFA5C0B3C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0158" y="1337265"/>
            <a:ext cx="10668000" cy="1444541"/>
          </a:xfrm>
        </p:spPr>
        <p:txBody>
          <a:bodyPr>
            <a:noAutofit/>
          </a:bodyPr>
          <a:lstStyle/>
          <a:p>
            <a:pPr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Switch to database by a simple </a:t>
            </a:r>
            <a:r>
              <a:rPr lang="en-GB" sz="1800" dirty="0" err="1">
                <a:solidFill>
                  <a:srgbClr val="002060"/>
                </a:solidFill>
              </a:rPr>
              <a:t>jdbc</a:t>
            </a:r>
            <a:r>
              <a:rPr lang="en-GB" sz="1800" dirty="0">
                <a:solidFill>
                  <a:srgbClr val="002060"/>
                </a:solidFill>
              </a:rPr>
              <a:t> dependency with the same chat memory bean </a:t>
            </a: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r>
              <a:rPr lang="en-GB" sz="1800" dirty="0">
                <a:solidFill>
                  <a:srgbClr val="002060"/>
                </a:solidFill>
              </a:rPr>
              <a:t>Configure </a:t>
            </a:r>
            <a:r>
              <a:rPr lang="en-GB" sz="1800" dirty="0" err="1">
                <a:solidFill>
                  <a:srgbClr val="002060"/>
                </a:solidFill>
              </a:rPr>
              <a:t>jdbc</a:t>
            </a:r>
            <a:r>
              <a:rPr lang="en-GB" sz="1800" dirty="0">
                <a:solidFill>
                  <a:srgbClr val="002060"/>
                </a:solidFill>
              </a:rPr>
              <a:t> chat memory and </a:t>
            </a:r>
            <a:r>
              <a:rPr lang="en-GB" sz="1800" dirty="0" err="1">
                <a:solidFill>
                  <a:srgbClr val="002060"/>
                </a:solidFill>
              </a:rPr>
              <a:t>postgres</a:t>
            </a: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lvl="1" algn="l">
              <a:buClr>
                <a:srgbClr val="002060"/>
              </a:buClr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  <a:p>
            <a:pPr marL="285750" indent="-285750">
              <a:buClr>
                <a:srgbClr val="002060"/>
              </a:buClr>
              <a:buFont typeface="Arial" panose="020B0604020202020204" pitchFamily="34" charset="0"/>
              <a:buChar char="•"/>
            </a:pPr>
            <a:endParaRPr lang="en-GB" sz="1800" dirty="0">
              <a:solidFill>
                <a:srgbClr val="002060"/>
              </a:solidFill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9E031194-A80C-CB30-F1D2-ACB257A30D9A}"/>
              </a:ext>
            </a:extLst>
          </p:cNvPr>
          <p:cNvSpPr txBox="1">
            <a:spLocks/>
          </p:cNvSpPr>
          <p:nvPr/>
        </p:nvSpPr>
        <p:spPr>
          <a:xfrm>
            <a:off x="0" y="-737720"/>
            <a:ext cx="9785131" cy="2286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5900" kern="1200" spc="-100" baseline="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Chat Memory </a:t>
            </a:r>
            <a:r>
              <a:rPr lang="tr-TR" sz="4000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sz="4000" dirty="0">
                <a:solidFill>
                  <a:schemeClr val="accent3">
                    <a:lumMod val="75000"/>
                  </a:schemeClr>
                </a:solidFill>
              </a:rPr>
              <a:t> JDBC</a:t>
            </a:r>
          </a:p>
        </p:txBody>
      </p:sp>
    </p:spTree>
    <p:extLst>
      <p:ext uri="{BB962C8B-B14F-4D97-AF65-F5344CB8AC3E}">
        <p14:creationId xmlns:p14="http://schemas.microsoft.com/office/powerpoint/2010/main" val="2688239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1000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1000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riangular abstract background">
            <a:extLst>
              <a:ext uri="{FF2B5EF4-FFF2-40B4-BE49-F238E27FC236}">
                <a16:creationId xmlns:a16="http://schemas.microsoft.com/office/drawing/2014/main" id="{9067DEA7-A679-D953-FF41-C1FD2565F2E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730"/>
          <a:stretch>
            <a:fillRect/>
          </a:stretch>
        </p:blipFill>
        <p:spPr>
          <a:xfrm>
            <a:off x="20" y="264611"/>
            <a:ext cx="12191980" cy="6858001"/>
          </a:xfrm>
          <a:custGeom>
            <a:avLst/>
            <a:gdLst/>
            <a:ahLst/>
            <a:cxnLst/>
            <a:rect l="l" t="t" r="r" b="b"/>
            <a:pathLst>
              <a:path w="12191999" h="6857999">
                <a:moveTo>
                  <a:pt x="0" y="0"/>
                </a:moveTo>
                <a:lnTo>
                  <a:pt x="12191999" y="0"/>
                </a:lnTo>
                <a:lnTo>
                  <a:pt x="12191999" y="6857999"/>
                </a:lnTo>
                <a:lnTo>
                  <a:pt x="4628129" y="6857999"/>
                </a:lnTo>
                <a:lnTo>
                  <a:pt x="4734519" y="6819371"/>
                </a:lnTo>
                <a:cubicBezTo>
                  <a:pt x="4938119" y="6741181"/>
                  <a:pt x="5132935" y="6652933"/>
                  <a:pt x="5315781" y="6551721"/>
                </a:cubicBezTo>
                <a:cubicBezTo>
                  <a:pt x="6619811" y="5830059"/>
                  <a:pt x="6364610" y="4934281"/>
                  <a:pt x="6058656" y="3948664"/>
                </a:cubicBezTo>
                <a:cubicBezTo>
                  <a:pt x="5601502" y="2476708"/>
                  <a:pt x="4958009" y="1222984"/>
                  <a:pt x="2540911" y="827627"/>
                </a:cubicBezTo>
                <a:cubicBezTo>
                  <a:pt x="1760946" y="699982"/>
                  <a:pt x="986522" y="591203"/>
                  <a:pt x="238021" y="541759"/>
                </a:cubicBezTo>
                <a:lnTo>
                  <a:pt x="0" y="529223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65AD47-5479-14E4-B4FD-2FFB23578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407611"/>
            <a:ext cx="9785131" cy="2286000"/>
          </a:xfrm>
        </p:spPr>
        <p:txBody>
          <a:bodyPr>
            <a:normAutofit/>
          </a:bodyPr>
          <a:lstStyle/>
          <a:p>
            <a:pPr algn="l"/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Gen AI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with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Java </a:t>
            </a:r>
            <a:r>
              <a:rPr lang="tr-TR" dirty="0" err="1">
                <a:solidFill>
                  <a:schemeClr val="accent3">
                    <a:lumMod val="75000"/>
                  </a:schemeClr>
                </a:solidFill>
              </a:rPr>
              <a:t>and</a:t>
            </a:r>
            <a:r>
              <a:rPr lang="tr-TR" dirty="0">
                <a:solidFill>
                  <a:schemeClr val="accent3">
                    <a:lumMod val="75000"/>
                  </a:schemeClr>
                </a:solidFill>
              </a:rPr>
              <a:t> Spring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367FAE-7EB5-6617-48D0-92BD338C91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8629" y="3766202"/>
            <a:ext cx="4572000" cy="1524000"/>
          </a:xfrm>
        </p:spPr>
        <p:txBody>
          <a:bodyPr anchor="b">
            <a:normAutofit/>
          </a:bodyPr>
          <a:lstStyle/>
          <a:p>
            <a:pPr algn="l"/>
            <a:r>
              <a:rPr lang="tr-TR" dirty="0" err="1">
                <a:latin typeface="Gabriola" pitchFamily="82" charset="0"/>
                <a:cs typeface="Apple Chancery" panose="03020702040506060504" pitchFamily="66" charset="-79"/>
              </a:rPr>
              <a:t>By</a:t>
            </a:r>
            <a:r>
              <a:rPr lang="tr-TR" dirty="0">
                <a:latin typeface="Gabriola" pitchFamily="82" charset="0"/>
                <a:cs typeface="Apple Chancery" panose="03020702040506060504" pitchFamily="66" charset="-79"/>
              </a:rPr>
              <a:t> Ali Gelenler</a:t>
            </a:r>
          </a:p>
        </p:txBody>
      </p:sp>
      <p:pic>
        <p:nvPicPr>
          <p:cNvPr id="5" name="Picture 4" descr="A person smiling for the camera&#10;&#10;Description automatically generated">
            <a:extLst>
              <a:ext uri="{FF2B5EF4-FFF2-40B4-BE49-F238E27FC236}">
                <a16:creationId xmlns:a16="http://schemas.microsoft.com/office/drawing/2014/main" id="{01A85EC1-0397-5B85-A96E-F4002E1AE0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382" y="4158969"/>
            <a:ext cx="822493" cy="1131233"/>
          </a:xfrm>
          <a:prstGeom prst="rect">
            <a:avLst/>
          </a:prstGeom>
          <a:effectLst>
            <a:glow rad="63500">
              <a:srgbClr val="002060">
                <a:alpha val="40000"/>
              </a:srgbClr>
            </a:glow>
            <a:softEdge rad="50800"/>
          </a:effectLst>
        </p:spPr>
      </p:pic>
    </p:spTree>
    <p:extLst>
      <p:ext uri="{BB962C8B-B14F-4D97-AF65-F5344CB8AC3E}">
        <p14:creationId xmlns:p14="http://schemas.microsoft.com/office/powerpoint/2010/main" val="1728711404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Frame">
      <a:dk1>
        <a:srgbClr val="000000"/>
      </a:dk1>
      <a:lt1>
        <a:srgbClr val="FFFFFF"/>
      </a:lt1>
      <a:dk2>
        <a:srgbClr val="545454"/>
      </a:dk2>
      <a:lt2>
        <a:srgbClr val="BFBFBF"/>
      </a:lt2>
      <a:accent1>
        <a:srgbClr val="40BAD2"/>
      </a:accent1>
      <a:accent2>
        <a:srgbClr val="FAB900"/>
      </a:accent2>
      <a:accent3>
        <a:srgbClr val="90BB23"/>
      </a:accent3>
      <a:accent4>
        <a:srgbClr val="EE7008"/>
      </a:accent4>
      <a:accent5>
        <a:srgbClr val="1AB39F"/>
      </a:accent5>
      <a:accent6>
        <a:srgbClr val="D5393D"/>
      </a:accent6>
      <a:hlink>
        <a:srgbClr val="90BB23"/>
      </a:hlink>
      <a:folHlink>
        <a:srgbClr val="EE7008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Frame</Template>
  <TotalTime>13066</TotalTime>
  <Words>42</Words>
  <Application>Microsoft Macintosh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Corbel</vt:lpstr>
      <vt:lpstr>Gabriola</vt:lpstr>
      <vt:lpstr>Wingdings 2</vt:lpstr>
      <vt:lpstr>Frame</vt:lpstr>
      <vt:lpstr>Gen AI with Java and Spring</vt:lpstr>
      <vt:lpstr>PowerPoint Presentation</vt:lpstr>
      <vt:lpstr>Gen AI with Java and Spring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Gen AI with Java and Spring</dc:title>
  <dc:creator>eaalgorithm@gmail.com</dc:creator>
  <cp:lastModifiedBy>eaalgorithm@gmail.com</cp:lastModifiedBy>
  <cp:revision>56</cp:revision>
  <dcterms:created xsi:type="dcterms:W3CDTF">2025-10-29T22:10:39Z</dcterms:created>
  <dcterms:modified xsi:type="dcterms:W3CDTF">2025-12-29T09:32:42Z</dcterms:modified>
</cp:coreProperties>
</file>