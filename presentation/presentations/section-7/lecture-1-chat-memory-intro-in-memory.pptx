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19"/>
    <p:restoredTop sz="94719"/>
  </p:normalViewPr>
  <p:slideViewPr>
    <p:cSldViewPr snapToGrid="0">
      <p:cViewPr varScale="1">
        <p:scale>
          <a:sx n="123" d="100"/>
          <a:sy n="123" d="100"/>
        </p:scale>
        <p:origin x="20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58" y="1548280"/>
            <a:ext cx="10730580" cy="2402397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Large Language Model itself is stateless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Chat Memory abstraction in Spring AI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Using an advisor with in-memory implementation by default in Spring AI</a:t>
            </a: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Chat Memory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13618</TotalTime>
  <Words>43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52</cp:revision>
  <dcterms:created xsi:type="dcterms:W3CDTF">2025-10-29T22:10:39Z</dcterms:created>
  <dcterms:modified xsi:type="dcterms:W3CDTF">2025-12-28T23:08:57Z</dcterms:modified>
</cp:coreProperties>
</file>