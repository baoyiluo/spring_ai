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8" d="100"/>
          <a:sy n="78" d="100"/>
        </p:scale>
        <p:origin x="31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337265"/>
            <a:ext cx="11269842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</a:rPr>
              <a:t>PgVector</a:t>
            </a:r>
            <a:r>
              <a:rPr lang="en-GB" sz="1800" b="1" dirty="0">
                <a:solidFill>
                  <a:srgbClr val="002060"/>
                </a:solidFill>
              </a:rPr>
              <a:t> as vector storage: </a:t>
            </a:r>
            <a:r>
              <a:rPr lang="en-GB" sz="1800" dirty="0">
                <a:solidFill>
                  <a:srgbClr val="002060"/>
                </a:solidFill>
              </a:rPr>
              <a:t>PostgreSQL extension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Similarity search: </a:t>
            </a:r>
            <a:r>
              <a:rPr lang="en-GB" sz="1800" dirty="0">
                <a:solidFill>
                  <a:srgbClr val="002060"/>
                </a:solidFill>
              </a:rPr>
              <a:t>Finds the closest vectors to a query vector in a high-dimensional embedding space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Long term memory: </a:t>
            </a:r>
            <a:r>
              <a:rPr lang="en-GB" sz="1800" dirty="0">
                <a:solidFill>
                  <a:srgbClr val="002060"/>
                </a:solidFill>
              </a:rPr>
              <a:t>LLM can remember preferences, recall earlier decisions and avoid repeating explanations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Comparison of similarity search methods: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Cosine similarity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Euclidean distance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Inner product 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Chat memory vs Chat history: </a:t>
            </a:r>
            <a:r>
              <a:rPr lang="en-GB" sz="1800" dirty="0">
                <a:solidFill>
                  <a:srgbClr val="002060"/>
                </a:solidFill>
              </a:rPr>
              <a:t>Vector store provides the chat history as well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Hybrid Implementation: </a:t>
            </a:r>
            <a:r>
              <a:rPr lang="en-GB" sz="1800" dirty="0">
                <a:solidFill>
                  <a:srgbClr val="002060"/>
                </a:solidFill>
              </a:rPr>
              <a:t>Recency (last N messages) + Semantic recall (top K from </a:t>
            </a:r>
            <a:r>
              <a:rPr lang="en-GB" sz="1800" dirty="0" err="1">
                <a:solidFill>
                  <a:srgbClr val="002060"/>
                </a:solidFill>
              </a:rPr>
              <a:t>PgVector</a:t>
            </a:r>
            <a:r>
              <a:rPr lang="en-GB" sz="1800" dirty="0">
                <a:solidFill>
                  <a:srgbClr val="002060"/>
                </a:solidFill>
              </a:rPr>
              <a:t>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Memory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Vector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Store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13751</TotalTime>
  <Words>106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62</cp:revision>
  <dcterms:created xsi:type="dcterms:W3CDTF">2025-10-29T22:10:39Z</dcterms:created>
  <dcterms:modified xsi:type="dcterms:W3CDTF">2025-12-28T22:20:18Z</dcterms:modified>
</cp:coreProperties>
</file>