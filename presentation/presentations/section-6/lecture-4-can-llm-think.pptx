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62"/>
    <p:restoredTop sz="94719"/>
  </p:normalViewPr>
  <p:slideViewPr>
    <p:cSldViewPr snapToGrid="0">
      <p:cViewPr varScale="1">
        <p:scale>
          <a:sx n="91" d="100"/>
          <a:sy n="91" d="100"/>
        </p:scale>
        <p:origin x="22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89" y="1688957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effectLst/>
              </a:rPr>
              <a:t>Can it explain the decisions making path correctly? 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DO: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Perform internal transformations that resemble reasoning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Learn implicit algorithms (including arithmetic)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Generalize patterns beyond training examples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Implement functional reasoning through learned statistical structure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DO NOT: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Reason about their own reasoning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Experience understanding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Generalize patterns beyond training examples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Think in the </a:t>
            </a:r>
            <a:r>
              <a:rPr lang="en-GB" sz="1800">
                <a:solidFill>
                  <a:srgbClr val="002060"/>
                </a:solidFill>
              </a:rPr>
              <a:t>human sense</a:t>
            </a:r>
            <a:endParaRPr lang="en-GB" sz="1800" dirty="0">
              <a:solidFill>
                <a:srgbClr val="002060"/>
              </a:solidFill>
              <a:effectLst/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Can an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really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think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like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human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14481</TotalTime>
  <Words>83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53</cp:revision>
  <dcterms:created xsi:type="dcterms:W3CDTF">2025-10-29T22:10:39Z</dcterms:created>
  <dcterms:modified xsi:type="dcterms:W3CDTF">2025-12-26T00:04:52Z</dcterms:modified>
</cp:coreProperties>
</file>