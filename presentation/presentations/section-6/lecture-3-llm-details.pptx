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6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162"/>
    <p:restoredTop sz="94664"/>
  </p:normalViewPr>
  <p:slideViewPr>
    <p:cSldViewPr snapToGrid="0">
      <p:cViewPr varScale="1">
        <p:scale>
          <a:sx n="91" d="100"/>
          <a:sy n="91" d="100"/>
        </p:scale>
        <p:origin x="224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89" y="1688957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Tokenizer: </a:t>
            </a:r>
            <a:r>
              <a:rPr lang="en-GB" sz="1800" dirty="0">
                <a:solidFill>
                  <a:srgbClr val="002060"/>
                </a:solidFill>
              </a:rPr>
              <a:t>Is the component that converts </a:t>
            </a:r>
            <a:r>
              <a:rPr lang="en-GB" sz="1800" b="1" dirty="0">
                <a:solidFill>
                  <a:srgbClr val="002060"/>
                </a:solidFill>
              </a:rPr>
              <a:t>human-readable text</a:t>
            </a:r>
            <a:r>
              <a:rPr lang="en-GB" sz="1800" dirty="0">
                <a:solidFill>
                  <a:srgbClr val="002060"/>
                </a:solidFill>
              </a:rPr>
              <a:t> into </a:t>
            </a:r>
            <a:r>
              <a:rPr lang="en-GB" sz="1800" b="1" dirty="0">
                <a:solidFill>
                  <a:srgbClr val="002060"/>
                </a:solidFill>
              </a:rPr>
              <a:t>numbers</a:t>
            </a:r>
            <a:r>
              <a:rPr lang="en-GB" sz="1800" dirty="0">
                <a:solidFill>
                  <a:srgbClr val="002060"/>
                </a:solidFill>
              </a:rPr>
              <a:t> that a neural network can process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Embeddings: </a:t>
            </a:r>
            <a:r>
              <a:rPr lang="en-GB" sz="1800" dirty="0">
                <a:solidFill>
                  <a:srgbClr val="002060"/>
                </a:solidFill>
              </a:rPr>
              <a:t>Are how LLMs convert </a:t>
            </a:r>
            <a:r>
              <a:rPr lang="en-GB" sz="1800" b="1" dirty="0">
                <a:solidFill>
                  <a:srgbClr val="002060"/>
                </a:solidFill>
              </a:rPr>
              <a:t>tokens into vectors of numbers</a:t>
            </a:r>
            <a:r>
              <a:rPr lang="en-GB" sz="1800" dirty="0">
                <a:solidFill>
                  <a:srgbClr val="002060"/>
                </a:solidFill>
              </a:rPr>
              <a:t> that represent </a:t>
            </a:r>
            <a:r>
              <a:rPr lang="en-GB" sz="1800" i="1" dirty="0">
                <a:solidFill>
                  <a:srgbClr val="002060"/>
                </a:solidFill>
              </a:rPr>
              <a:t>meaning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Positional Encoding: Positional encoding</a:t>
            </a:r>
            <a:r>
              <a:rPr lang="en-GB" sz="1800" dirty="0">
                <a:solidFill>
                  <a:srgbClr val="002060"/>
                </a:solidFill>
              </a:rPr>
              <a:t> is how we tell the model </a:t>
            </a:r>
            <a:r>
              <a:rPr lang="en-GB" sz="1800" b="1" dirty="0">
                <a:solidFill>
                  <a:srgbClr val="002060"/>
                </a:solidFill>
              </a:rPr>
              <a:t>where each token is located in the          sequence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Contextual Embedding: Contextual embeddings emerge later</a:t>
            </a:r>
            <a:r>
              <a:rPr lang="en-GB" sz="1800" dirty="0">
                <a:solidFill>
                  <a:srgbClr val="002060"/>
                </a:solidFill>
              </a:rPr>
              <a:t>, inside the Transformer layers via </a:t>
            </a:r>
            <a:r>
              <a:rPr lang="en-GB" sz="1800" b="1" dirty="0">
                <a:solidFill>
                  <a:srgbClr val="002060"/>
                </a:solidFill>
              </a:rPr>
              <a:t>self-attention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Transformer Internals: </a:t>
            </a:r>
            <a:r>
              <a:rPr lang="en-GB" sz="1800" dirty="0">
                <a:solidFill>
                  <a:srgbClr val="002060"/>
                </a:solidFill>
              </a:rPr>
              <a:t>Multi-head attention, Layers and Feed-forward blocks  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Hallucinations: </a:t>
            </a:r>
            <a:r>
              <a:rPr lang="en-GB" sz="1800" dirty="0">
                <a:solidFill>
                  <a:srgbClr val="002060"/>
                </a:solidFill>
              </a:rPr>
              <a:t>Emerge when feed-forward layers confidently generalize from incomplete or ambiguous context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LLM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Details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265" y="1735849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Token Prediction: </a:t>
            </a:r>
            <a:r>
              <a:rPr lang="en-GB" sz="1800" dirty="0">
                <a:solidFill>
                  <a:srgbClr val="002060"/>
                </a:solidFill>
              </a:rPr>
              <a:t>An LLM never decides “the answer.” It repeatedly predicts the </a:t>
            </a:r>
            <a:r>
              <a:rPr lang="en-GB" sz="1800" i="1" dirty="0">
                <a:solidFill>
                  <a:srgbClr val="002060"/>
                </a:solidFill>
              </a:rPr>
              <a:t>next most likely token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 err="1">
                <a:solidFill>
                  <a:srgbClr val="002060"/>
                </a:solidFill>
              </a:rPr>
              <a:t>Softmax</a:t>
            </a:r>
            <a:r>
              <a:rPr lang="en-GB" sz="1800" b="1" dirty="0">
                <a:solidFill>
                  <a:srgbClr val="002060"/>
                </a:solidFill>
              </a:rPr>
              <a:t>:</a:t>
            </a:r>
            <a:r>
              <a:rPr lang="en-GB" sz="1800" dirty="0">
                <a:solidFill>
                  <a:srgbClr val="002060"/>
                </a:solidFill>
              </a:rPr>
              <a:t> Transforms raw model scores into a probability distribution, forcing a ranked choice among all possible next tokens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  <a:effectLst/>
              </a:rPr>
              <a:t>LLM Training vs Inference</a:t>
            </a:r>
            <a:r>
              <a:rPr lang="en-GB" sz="1800" dirty="0">
                <a:solidFill>
                  <a:srgbClr val="002060"/>
                </a:solidFill>
              </a:rPr>
              <a:t>: 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Training: Learning weights 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Inference: Using weights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LLM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Details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36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15798</TotalTime>
  <Words>161</Words>
  <Application>Microsoft Macintosh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51</cp:revision>
  <dcterms:created xsi:type="dcterms:W3CDTF">2025-10-29T22:10:39Z</dcterms:created>
  <dcterms:modified xsi:type="dcterms:W3CDTF">2025-12-25T22:33:00Z</dcterms:modified>
</cp:coreProperties>
</file>