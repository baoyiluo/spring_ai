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68"/>
    <p:restoredTop sz="94694"/>
  </p:normalViewPr>
  <p:slideViewPr>
    <p:cSldViewPr snapToGrid="0">
      <p:cViewPr varScale="1">
        <p:scale>
          <a:sx n="78" d="100"/>
          <a:sy n="78" d="100"/>
        </p:scale>
        <p:origin x="24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158" y="1337265"/>
            <a:ext cx="10668000" cy="1444541"/>
          </a:xfrm>
        </p:spPr>
        <p:txBody>
          <a:bodyPr>
            <a:noAutofit/>
          </a:bodyPr>
          <a:lstStyle/>
          <a:p>
            <a:pPr>
              <a:buClr>
                <a:srgbClr val="002060"/>
              </a:buClr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Machine Learning (ML): </a:t>
            </a:r>
            <a:r>
              <a:rPr lang="en-GB" sz="1800" dirty="0">
                <a:solidFill>
                  <a:srgbClr val="002060"/>
                </a:solidFill>
              </a:rPr>
              <a:t>Is about </a:t>
            </a:r>
            <a:r>
              <a:rPr lang="en-GB" sz="1800" b="1" dirty="0">
                <a:solidFill>
                  <a:srgbClr val="002060"/>
                </a:solidFill>
              </a:rPr>
              <a:t>writing less explicit logic</a:t>
            </a:r>
            <a:r>
              <a:rPr lang="en-GB" sz="1800" dirty="0">
                <a:solidFill>
                  <a:srgbClr val="002060"/>
                </a:solidFill>
              </a:rPr>
              <a:t> and letting the system </a:t>
            </a:r>
            <a:r>
              <a:rPr lang="en-GB" sz="1800" b="1" dirty="0">
                <a:solidFill>
                  <a:srgbClr val="002060"/>
                </a:solidFill>
              </a:rPr>
              <a:t>learn </a:t>
            </a:r>
            <a:r>
              <a:rPr lang="en-GB" sz="1800" b="1" dirty="0" err="1">
                <a:solidFill>
                  <a:srgbClr val="002060"/>
                </a:solidFill>
              </a:rPr>
              <a:t>behavior</a:t>
            </a:r>
            <a:r>
              <a:rPr lang="en-GB" sz="1800" b="1" dirty="0">
                <a:solidFill>
                  <a:srgbClr val="002060"/>
                </a:solidFill>
              </a:rPr>
              <a:t> from data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Deep Learning (DL): </a:t>
            </a:r>
            <a:r>
              <a:rPr lang="en-GB" sz="1800" dirty="0">
                <a:solidFill>
                  <a:srgbClr val="002060"/>
                </a:solidFill>
              </a:rPr>
              <a:t>Is a </a:t>
            </a:r>
            <a:r>
              <a:rPr lang="en-GB" sz="1800" b="1" dirty="0">
                <a:solidFill>
                  <a:srgbClr val="002060"/>
                </a:solidFill>
              </a:rPr>
              <a:t>subset of Machine Learning</a:t>
            </a:r>
            <a:r>
              <a:rPr lang="en-GB" sz="1800" dirty="0">
                <a:solidFill>
                  <a:srgbClr val="002060"/>
                </a:solidFill>
              </a:rPr>
              <a:t> that uses </a:t>
            </a:r>
            <a:r>
              <a:rPr lang="en-GB" sz="1800" b="1" dirty="0">
                <a:solidFill>
                  <a:srgbClr val="002060"/>
                </a:solidFill>
              </a:rPr>
              <a:t>many layers</a:t>
            </a:r>
            <a:r>
              <a:rPr lang="en-GB" sz="1800" dirty="0">
                <a:solidFill>
                  <a:srgbClr val="002060"/>
                </a:solidFill>
              </a:rPr>
              <a:t> of computation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Neural Networks (NN): </a:t>
            </a:r>
            <a:r>
              <a:rPr lang="en-GB" sz="1800" dirty="0">
                <a:solidFill>
                  <a:srgbClr val="002060"/>
                </a:solidFill>
              </a:rPr>
              <a:t>Is the </a:t>
            </a:r>
            <a:r>
              <a:rPr lang="en-GB" sz="1800" b="1" dirty="0">
                <a:solidFill>
                  <a:srgbClr val="002060"/>
                </a:solidFill>
              </a:rPr>
              <a:t>core building block</a:t>
            </a:r>
            <a:r>
              <a:rPr lang="en-GB" sz="1800" dirty="0">
                <a:solidFill>
                  <a:srgbClr val="002060"/>
                </a:solidFill>
              </a:rPr>
              <a:t> of Deep Learning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Learning Types: 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Supervised Learning: Learn from </a:t>
            </a:r>
            <a:r>
              <a:rPr lang="en-GB" sz="1800" dirty="0" err="1">
                <a:solidFill>
                  <a:srgbClr val="002060"/>
                </a:solidFill>
              </a:rPr>
              <a:t>labeled</a:t>
            </a:r>
            <a:r>
              <a:rPr lang="en-GB" sz="1800" dirty="0">
                <a:solidFill>
                  <a:srgbClr val="002060"/>
                </a:solidFill>
              </a:rPr>
              <a:t> examples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Unsupervised Learning: Find structure without labels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Reinforcement Learning: Learn by trial and error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Use Cases:</a:t>
            </a:r>
            <a:endParaRPr lang="en-GB" dirty="0"/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Fraud detection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Recommendations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Image recognition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Speech-to-text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Predictive maintenance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AI Fundamentals</a:t>
            </a: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10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10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10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12894</TotalTime>
  <Words>105</Words>
  <Application>Microsoft Macintosh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47</cp:revision>
  <dcterms:created xsi:type="dcterms:W3CDTF">2025-10-29T22:10:39Z</dcterms:created>
  <dcterms:modified xsi:type="dcterms:W3CDTF">2025-12-23T11:19:03Z</dcterms:modified>
</cp:coreProperties>
</file>