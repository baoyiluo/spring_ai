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2" r:id="rId1"/>
  </p:sldMasterIdLst>
  <p:sldIdLst>
    <p:sldId id="256" r:id="rId2"/>
    <p:sldId id="265" r:id="rId3"/>
    <p:sldId id="262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036"/>
    <p:restoredTop sz="94678"/>
  </p:normalViewPr>
  <p:slideViewPr>
    <p:cSldViewPr snapToGrid="0">
      <p:cViewPr varScale="1">
        <p:scale>
          <a:sx n="91" d="100"/>
          <a:sy n="91" d="100"/>
        </p:scale>
        <p:origin x="264" y="1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999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576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909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26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65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899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235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230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72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39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40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12/24/25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7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992101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158" y="1337265"/>
            <a:ext cx="10668000" cy="1444541"/>
          </a:xfrm>
        </p:spPr>
        <p:txBody>
          <a:bodyPr>
            <a:noAutofit/>
          </a:bodyPr>
          <a:lstStyle/>
          <a:p>
            <a:pPr>
              <a:buClr>
                <a:srgbClr val="002060"/>
              </a:buClr>
            </a:pPr>
            <a:endParaRPr lang="en-GB" sz="1800" b="1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Natural Language Processing (NLP):  </a:t>
            </a:r>
            <a:r>
              <a:rPr lang="en-GB" sz="1800" dirty="0">
                <a:solidFill>
                  <a:srgbClr val="002060"/>
                </a:solidFill>
              </a:rPr>
              <a:t>Is the field of teaching machines to </a:t>
            </a:r>
            <a:r>
              <a:rPr lang="en-GB" sz="1800" b="1" dirty="0">
                <a:solidFill>
                  <a:srgbClr val="002060"/>
                </a:solidFill>
              </a:rPr>
              <a:t>work with human language</a:t>
            </a:r>
            <a:r>
              <a:rPr lang="en-GB" sz="1800" dirty="0">
                <a:solidFill>
                  <a:srgbClr val="002060"/>
                </a:solidFill>
              </a:rPr>
              <a:t> — text and speech.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Tokenization (splitting text)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Sentiment analysis</a:t>
            </a:r>
          </a:p>
          <a:p>
            <a:pPr marL="742950" lvl="1" indent="-285750" algn="l">
              <a:buClr>
                <a:srgbClr val="002060"/>
              </a:buClr>
              <a:buFont typeface="Wingdings" pitchFamily="2" charset="2"/>
              <a:buChar char="Ø"/>
            </a:pPr>
            <a:r>
              <a:rPr lang="en-GB" sz="1800" dirty="0">
                <a:solidFill>
                  <a:srgbClr val="002060"/>
                </a:solidFill>
              </a:rPr>
              <a:t>Summarization</a:t>
            </a:r>
            <a:endParaRPr lang="en-GB" sz="1800" b="1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The Real Enablers</a:t>
            </a:r>
            <a:r>
              <a:rPr lang="en-GB" sz="1800" dirty="0">
                <a:solidFill>
                  <a:srgbClr val="002060"/>
                </a:solidFill>
              </a:rPr>
              <a:t>: GPUs and Vast Data 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Transformer Architecture: </a:t>
            </a:r>
            <a:r>
              <a:rPr lang="en-GB" sz="1800" dirty="0">
                <a:solidFill>
                  <a:srgbClr val="002060"/>
                </a:solidFill>
              </a:rPr>
              <a:t>Artificial neural network architecture based on multi-attention mechanism</a:t>
            </a:r>
            <a:endParaRPr lang="en-GB" sz="1800" b="1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Attention Mechanism: </a:t>
            </a:r>
            <a:r>
              <a:rPr lang="en-GB" sz="1800" dirty="0">
                <a:solidFill>
                  <a:srgbClr val="002060"/>
                </a:solidFill>
              </a:rPr>
              <a:t>Answers -&gt; Which words matter most </a:t>
            </a:r>
            <a:r>
              <a:rPr lang="en-GB" sz="1800" i="1" dirty="0">
                <a:solidFill>
                  <a:srgbClr val="002060"/>
                </a:solidFill>
              </a:rPr>
              <a:t>right now</a:t>
            </a:r>
            <a:r>
              <a:rPr lang="en-GB" sz="1800" dirty="0">
                <a:solidFill>
                  <a:srgbClr val="002060"/>
                </a:solidFill>
              </a:rPr>
              <a:t>?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Large Language Models (LLM): </a:t>
            </a:r>
            <a:r>
              <a:rPr lang="en-GB" sz="1800" dirty="0">
                <a:solidFill>
                  <a:srgbClr val="002060"/>
                </a:solidFill>
              </a:rPr>
              <a:t> LLMs are </a:t>
            </a:r>
            <a:r>
              <a:rPr lang="en-GB" sz="1800" b="1" dirty="0">
                <a:solidFill>
                  <a:srgbClr val="002060"/>
                </a:solidFill>
              </a:rPr>
              <a:t>large neural networks</a:t>
            </a:r>
            <a:r>
              <a:rPr lang="en-GB" sz="1800" dirty="0">
                <a:solidFill>
                  <a:srgbClr val="002060"/>
                </a:solidFill>
              </a:rPr>
              <a:t>, optimized for </a:t>
            </a:r>
            <a:r>
              <a:rPr lang="en-GB" sz="1800" b="1" dirty="0">
                <a:solidFill>
                  <a:srgbClr val="002060"/>
                </a:solidFill>
              </a:rPr>
              <a:t>language</a:t>
            </a:r>
            <a:r>
              <a:rPr lang="en-GB" sz="1800" dirty="0">
                <a:solidFill>
                  <a:srgbClr val="002060"/>
                </a:solidFill>
              </a:rPr>
              <a:t>, powered by </a:t>
            </a:r>
            <a:r>
              <a:rPr lang="en-GB" sz="1800" b="1" dirty="0">
                <a:solidFill>
                  <a:srgbClr val="002060"/>
                </a:solidFill>
              </a:rPr>
              <a:t>data + GPUs</a:t>
            </a:r>
            <a:r>
              <a:rPr lang="en-GB" sz="1800" dirty="0">
                <a:solidFill>
                  <a:srgbClr val="002060"/>
                </a:solidFill>
              </a:rPr>
              <a:t>, and built using a </a:t>
            </a:r>
            <a:r>
              <a:rPr lang="en-GB" sz="1800" b="1" dirty="0">
                <a:solidFill>
                  <a:srgbClr val="002060"/>
                </a:solidFill>
              </a:rPr>
              <a:t>Transformer architecture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b="1" dirty="0">
                <a:solidFill>
                  <a:srgbClr val="002060"/>
                </a:solidFill>
              </a:rPr>
              <a:t>GPT-style Models: </a:t>
            </a:r>
            <a:r>
              <a:rPr lang="en-GB" sz="1800" dirty="0">
                <a:solidFill>
                  <a:srgbClr val="002060"/>
                </a:solidFill>
              </a:rPr>
              <a:t>Generative Pre-trained Transformer</a:t>
            </a:r>
            <a:endParaRPr lang="en-GB" sz="1800" b="1" dirty="0">
              <a:solidFill>
                <a:srgbClr val="002060"/>
              </a:solidFill>
            </a:endParaRPr>
          </a:p>
          <a:p>
            <a:pPr>
              <a:buClr>
                <a:srgbClr val="002060"/>
              </a:buClr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7377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tr-TR" sz="4000">
                <a:solidFill>
                  <a:schemeClr val="accent3">
                    <a:lumMod val="75000"/>
                  </a:schemeClr>
                </a:solidFill>
              </a:rPr>
              <a:t>LLM Fundamentals</a:t>
            </a:r>
            <a:endParaRPr lang="tr-TR" sz="4000" dirty="0">
              <a:solidFill>
                <a:schemeClr val="accent3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8239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10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1000"/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1000"/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728711404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12977</TotalTime>
  <Words>118</Words>
  <Application>Microsoft Macintosh PowerPoint</Application>
  <PresentationFormat>Widescreen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Corbel</vt:lpstr>
      <vt:lpstr>Gabriola</vt:lpstr>
      <vt:lpstr>Wingdings</vt:lpstr>
      <vt:lpstr>Wingdings 2</vt:lpstr>
      <vt:lpstr>Frame</vt:lpstr>
      <vt:lpstr>Gen AI with Java and Spring</vt:lpstr>
      <vt:lpstr>PowerPoint Presentation</vt:lpstr>
      <vt:lpstr>Gen AI with Java and Spring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 AI with Java and Spring</dc:title>
  <dc:creator>eaalgorithm@gmail.com</dc:creator>
  <cp:lastModifiedBy>eaalgorithm@gmail.com</cp:lastModifiedBy>
  <cp:revision>49</cp:revision>
  <dcterms:created xsi:type="dcterms:W3CDTF">2025-10-29T22:10:39Z</dcterms:created>
  <dcterms:modified xsi:type="dcterms:W3CDTF">2025-12-24T22:12:48Z</dcterms:modified>
</cp:coreProperties>
</file>