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60"/>
    <p:restoredTop sz="94694"/>
  </p:normalViewPr>
  <p:slideViewPr>
    <p:cSldViewPr snapToGrid="0">
      <p:cViewPr varScale="1">
        <p:scale>
          <a:sx n="113" d="100"/>
          <a:sy n="113" d="100"/>
        </p:scale>
        <p:origin x="20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158" y="1548280"/>
            <a:ext cx="10730580" cy="2402397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Ability to simultaneously understand and process information from various sources, including text, images, audio, and other data formats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For different data types special models are provided that accept multiple inputs including text, image, audio and video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Multimodality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13751</TotalTime>
  <Words>61</Words>
  <Application>Microsoft Macintosh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Corbel</vt:lpstr>
      <vt:lpstr>Gabriola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53</cp:revision>
  <dcterms:created xsi:type="dcterms:W3CDTF">2025-10-29T22:10:39Z</dcterms:created>
  <dcterms:modified xsi:type="dcterms:W3CDTF">2025-12-30T11:40:44Z</dcterms:modified>
</cp:coreProperties>
</file>