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0"/>
    <p:restoredTop sz="94719"/>
  </p:normalViewPr>
  <p:slideViewPr>
    <p:cSldViewPr snapToGrid="0">
      <p:cViewPr varScale="1">
        <p:scale>
          <a:sx n="119" d="100"/>
          <a:sy n="119" d="100"/>
        </p:scale>
        <p:origin x="31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Open source or community contributed models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Can be run either on Hugging Face Shared Inference API or hosting models via Hugging Face Hub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Host in a cloud provider such as AWS or GCP and pay hourly for running instance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Free tier with limited request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Shared infrastructure: If many people are using the same model at once, requests can queue → latency spikes.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Paid tier (for dedicated instance hourly for running instance)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Dedicated container: Much faster, latency is more predictable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One </a:t>
            </a:r>
            <a:r>
              <a:rPr lang="en-GB" sz="1800" dirty="0" err="1">
                <a:solidFill>
                  <a:srgbClr val="002060"/>
                </a:solidFill>
              </a:rPr>
              <a:t>Api</a:t>
            </a:r>
            <a:r>
              <a:rPr lang="en-GB" sz="1800" dirty="0">
                <a:solidFill>
                  <a:srgbClr val="002060"/>
                </a:solidFill>
              </a:rPr>
              <a:t> Key to access all models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Model loading time: 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Some large models “cold start” if not used for a while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First </a:t>
            </a:r>
            <a:r>
              <a:rPr lang="en-GB" sz="1800">
                <a:solidFill>
                  <a:srgbClr val="002060"/>
                </a:solidFill>
              </a:rPr>
              <a:t>request can </a:t>
            </a:r>
            <a:r>
              <a:rPr lang="en-GB" sz="1800" dirty="0">
                <a:solidFill>
                  <a:srgbClr val="002060"/>
                </a:solidFill>
              </a:rPr>
              <a:t>take 10-30 seconds while the model is loaded into memory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Hugging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Face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Important considerations: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Speed: Usually slower than proprietary. Models may not be optimized and highly provisioned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Quality: Depends on the model. Less tuned models can have low quality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Cost: Pay per compute time, not per request. With high throughput and predictable load a dedicated GPU endpoint may be more cost effective. With low usage pay-per-token is often cheaper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Privacy: Data sent to Hugging Face servers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Proprietary models: </a:t>
            </a:r>
            <a:r>
              <a:rPr lang="en-GB" sz="1800" dirty="0" err="1">
                <a:solidFill>
                  <a:srgbClr val="002060"/>
                </a:solidFill>
              </a:rPr>
              <a:t>OpenAI</a:t>
            </a:r>
            <a:r>
              <a:rPr lang="en-GB" sz="1800" dirty="0">
                <a:solidFill>
                  <a:srgbClr val="002060"/>
                </a:solidFill>
              </a:rPr>
              <a:t>, Anthropic, Google -&gt; closed models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Don’t release model weights publicly, so Hugging Face can’t provide them.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Hugging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Face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83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5829</TotalTime>
  <Words>243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24</cp:revision>
  <dcterms:created xsi:type="dcterms:W3CDTF">2025-10-29T22:10:39Z</dcterms:created>
  <dcterms:modified xsi:type="dcterms:W3CDTF">2025-12-04T14:42:44Z</dcterms:modified>
</cp:coreProperties>
</file>