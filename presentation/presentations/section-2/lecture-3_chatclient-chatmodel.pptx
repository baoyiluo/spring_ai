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719"/>
  </p:normalViewPr>
  <p:slideViewPr>
    <p:cSldViewPr snapToGrid="0">
      <p:cViewPr varScale="1">
        <p:scale>
          <a:sx n="119" d="100"/>
          <a:sy n="119" d="100"/>
        </p:scale>
        <p:origin x="30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rgbClr val="002060"/>
                </a:solidFill>
              </a:rPr>
              <a:t>ChatClient</a:t>
            </a:r>
            <a:r>
              <a:rPr lang="en-GB" sz="1800" dirty="0">
                <a:solidFill>
                  <a:srgbClr val="002060"/>
                </a:solidFill>
              </a:rPr>
              <a:t>: Perform stateless requests to an AI using a fluent API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rgbClr val="002060"/>
                </a:solidFill>
              </a:rPr>
              <a:t>ChatModel</a:t>
            </a:r>
            <a:r>
              <a:rPr lang="en-GB" sz="1800" dirty="0">
                <a:solidFill>
                  <a:srgbClr val="002060"/>
                </a:solidFill>
              </a:rPr>
              <a:t>: Perform the model specific call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Advisor architecture: Flexible, modular way to intercept, modify, or extend the </a:t>
            </a:r>
            <a:r>
              <a:rPr lang="en-GB" sz="1800" dirty="0" err="1">
                <a:solidFill>
                  <a:srgbClr val="002060"/>
                </a:solidFill>
              </a:rPr>
              <a:t>behavior</a:t>
            </a:r>
            <a:r>
              <a:rPr lang="en-GB" sz="1800" dirty="0">
                <a:solidFill>
                  <a:srgbClr val="002060"/>
                </a:solidFill>
              </a:rPr>
              <a:t> of chat requests and responses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Using Deque as Advisor backend data structure: A linear collection that supports element insertion and removal at both ends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ChatClient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vs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ChatModel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User message: The actual request or conversation input from the human.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The questions, instructions, or prompts you give the assistant</a:t>
            </a:r>
            <a:r>
              <a:rPr lang="en-GB" sz="1800" dirty="0"/>
              <a:t>.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System message: Sets the rules, identity, </a:t>
            </a:r>
            <a:r>
              <a:rPr lang="en-GB" sz="1800" dirty="0" err="1">
                <a:solidFill>
                  <a:srgbClr val="002060"/>
                </a:solidFill>
              </a:rPr>
              <a:t>behavior</a:t>
            </a:r>
            <a:r>
              <a:rPr lang="en-GB" sz="1800" dirty="0">
                <a:solidFill>
                  <a:srgbClr val="002060"/>
                </a:solidFill>
              </a:rPr>
              <a:t>, and constraints of the AI</a:t>
            </a:r>
            <a:r>
              <a:rPr lang="en-GB" sz="1800" dirty="0"/>
              <a:t>.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The instructions that define how the assistant should behave for the entire conversation.	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Assistant message: Response generated by the LLM itself.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The AI’s answer to the user or system instructions</a:t>
            </a:r>
            <a:r>
              <a:rPr lang="en-GB" sz="1800" dirty="0"/>
              <a:t>.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Tool message: Allows the LLM to call external tools, APIs, or functions.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The assistant saying: “I need to call a structured function to </a:t>
            </a:r>
            <a:r>
              <a:rPr lang="en-GB" sz="1800" dirty="0" err="1">
                <a:solidFill>
                  <a:srgbClr val="002060"/>
                </a:solidFill>
              </a:rPr>
              <a:t>fulfill</a:t>
            </a:r>
            <a:r>
              <a:rPr lang="en-GB" sz="1800" dirty="0">
                <a:solidFill>
                  <a:srgbClr val="002060"/>
                </a:solidFill>
              </a:rPr>
              <a:t> this request.”	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Message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Types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50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9904</TotalTime>
  <Words>194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19</cp:revision>
  <dcterms:created xsi:type="dcterms:W3CDTF">2025-10-29T22:10:39Z</dcterms:created>
  <dcterms:modified xsi:type="dcterms:W3CDTF">2025-12-03T19:19:18Z</dcterms:modified>
</cp:coreProperties>
</file>