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5"/>
    <p:restoredTop sz="94719"/>
  </p:normalViewPr>
  <p:slideViewPr>
    <p:cSldViewPr snapToGrid="0">
      <p:cViewPr varScale="1">
        <p:scale>
          <a:sx n="119" d="100"/>
          <a:sy n="119" d="100"/>
        </p:scale>
        <p:origin x="24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Coding to interface: </a:t>
            </a:r>
            <a:r>
              <a:rPr lang="en-GB" sz="1800" dirty="0" err="1">
                <a:solidFill>
                  <a:srgbClr val="002060"/>
                </a:solidFill>
              </a:rPr>
              <a:t>ChatClient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Switch to different AI models/providers: Gemini, Anthropic, </a:t>
            </a:r>
            <a:r>
              <a:rPr lang="en-GB" sz="1800" dirty="0" err="1">
                <a:solidFill>
                  <a:srgbClr val="002060"/>
                </a:solidFill>
              </a:rPr>
              <a:t>Deepseek</a:t>
            </a:r>
            <a:r>
              <a:rPr lang="en-GB" sz="1800" dirty="0">
                <a:solidFill>
                  <a:srgbClr val="002060"/>
                </a:solidFill>
              </a:rPr>
              <a:t> or even local models with </a:t>
            </a:r>
            <a:r>
              <a:rPr lang="en-GB" sz="1800" dirty="0" err="1">
                <a:solidFill>
                  <a:srgbClr val="002060"/>
                </a:solidFill>
              </a:rPr>
              <a:t>Ollama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Using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multiple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AI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models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11082</TotalTime>
  <Words>46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19</cp:revision>
  <dcterms:created xsi:type="dcterms:W3CDTF">2025-10-29T22:10:39Z</dcterms:created>
  <dcterms:modified xsi:type="dcterms:W3CDTF">2025-12-07T11:55:27Z</dcterms:modified>
</cp:coreProperties>
</file>