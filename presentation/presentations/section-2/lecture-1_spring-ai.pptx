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7"/>
  </p:normalViewPr>
  <p:slideViewPr>
    <p:cSldViewPr snapToGrid="0">
      <p:cViewPr varScale="1">
        <p:scale>
          <a:sx n="142" d="100"/>
          <a:sy n="142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 framework for integrating AI-powered services into Spring Boot applications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Provides built-in support for different AI providers like </a:t>
            </a: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, </a:t>
            </a:r>
            <a:r>
              <a:rPr lang="en-GB" sz="1800" dirty="0" err="1">
                <a:solidFill>
                  <a:srgbClr val="002060"/>
                </a:solidFill>
              </a:rPr>
              <a:t>DeepSeek</a:t>
            </a:r>
            <a:r>
              <a:rPr lang="en-GB" sz="1800" dirty="0">
                <a:solidFill>
                  <a:srgbClr val="002060"/>
                </a:solidFill>
              </a:rPr>
              <a:t>, and local LLMs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Simplifies AI usage with auto-configuration and structured APIs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Enables seamless embedding of AI features in microservices and enterprise applications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What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is Spring AI?</a:t>
            </a: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Auto-configuration: Simplifies setup for AI integrations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Multiple AI Provider Support: Works with </a:t>
            </a: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, Hugging Face, </a:t>
            </a:r>
            <a:r>
              <a:rPr lang="en-GB" sz="1800" dirty="0" err="1">
                <a:solidFill>
                  <a:srgbClr val="002060"/>
                </a:solidFill>
              </a:rPr>
              <a:t>DeepSeek</a:t>
            </a:r>
            <a:r>
              <a:rPr lang="en-GB" sz="1800" dirty="0">
                <a:solidFill>
                  <a:srgbClr val="002060"/>
                </a:solidFill>
              </a:rPr>
              <a:t>, and more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Prompt Templates: Allows reusable and structured prompts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Streaming Responses: Supports real-time token-by-token AI responses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Integration with Spring Boot: Easily integrates with existing Spring projects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Key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Features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of Spring AI</a:t>
            </a:r>
          </a:p>
        </p:txBody>
      </p:sp>
    </p:spTree>
    <p:extLst>
      <p:ext uri="{BB962C8B-B14F-4D97-AF65-F5344CB8AC3E}">
        <p14:creationId xmlns:p14="http://schemas.microsoft.com/office/powerpoint/2010/main" val="201865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 API (GPT models, chat completion, embeddings)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Google Vertex AI (for enterprise-grade AI models)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</a:rPr>
              <a:t>DeepSeek</a:t>
            </a:r>
            <a:r>
              <a:rPr lang="en-GB" sz="1800" dirty="0">
                <a:solidFill>
                  <a:srgbClr val="002060"/>
                </a:solidFill>
              </a:rPr>
              <a:t> API (optimized models for various applications)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</a:rPr>
              <a:t>Ollama</a:t>
            </a:r>
            <a:r>
              <a:rPr lang="en-GB" sz="1800" dirty="0">
                <a:solidFill>
                  <a:srgbClr val="002060"/>
                </a:solidFill>
              </a:rPr>
              <a:t> (running models locally without external API calls)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Hugging Face (integration with open-source LLMs)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Supported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AI Providers in Spring AI</a:t>
            </a:r>
          </a:p>
        </p:txBody>
      </p:sp>
    </p:spTree>
    <p:extLst>
      <p:ext uri="{BB962C8B-B14F-4D97-AF65-F5344CB8AC3E}">
        <p14:creationId xmlns:p14="http://schemas.microsoft.com/office/powerpoint/2010/main" val="96408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Simplified AI integration into Spring Boot applications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Flexible provider support for both cloud-based and local models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Built-in prompt management for structured AI interactions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Scalability &amp; performance optimizations for enterprise-grade applications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Benefits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of Using Spring AI</a:t>
            </a:r>
          </a:p>
        </p:txBody>
      </p:sp>
    </p:spTree>
    <p:extLst>
      <p:ext uri="{BB962C8B-B14F-4D97-AF65-F5344CB8AC3E}">
        <p14:creationId xmlns:p14="http://schemas.microsoft.com/office/powerpoint/2010/main" val="40607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57654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Spring AI enables seamless AI integration into Spring Boot applications</a:t>
            </a: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It supports multiple AI providers and simplifies prompt handling</a:t>
            </a: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Ideal for developers looking to embed AI capabilities in microservices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Conclusion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62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4336</TotalTime>
  <Words>240</Words>
  <Application>Microsoft Macintosh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16</cp:revision>
  <dcterms:created xsi:type="dcterms:W3CDTF">2025-10-29T22:10:39Z</dcterms:created>
  <dcterms:modified xsi:type="dcterms:W3CDTF">2025-11-13T21:26:33Z</dcterms:modified>
</cp:coreProperties>
</file>