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57" r:id="rId3"/>
    <p:sldId id="263" r:id="rId4"/>
    <p:sldId id="264" r:id="rId5"/>
    <p:sldId id="267" r:id="rId6"/>
    <p:sldId id="265" r:id="rId7"/>
    <p:sldId id="268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1"/>
    <p:restoredTop sz="94719"/>
  </p:normalViewPr>
  <p:slideViewPr>
    <p:cSldViewPr snapToGrid="0">
      <p:cViewPr varScale="1">
        <p:scale>
          <a:sx n="118" d="100"/>
          <a:sy n="118" d="100"/>
        </p:scale>
        <p:origin x="25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#java2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download.cgi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idea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get-starte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docker.com/compose/install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man.com/download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328846"/>
            <a:ext cx="10668000" cy="1524000"/>
          </a:xfrm>
        </p:spPr>
        <p:txBody>
          <a:bodyPr>
            <a:noAutofit/>
          </a:bodyPr>
          <a:lstStyle/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https://www.oracle.com/java/technologies/downloads/#java25</a:t>
            </a:r>
            <a:endParaRPr lang="en-US" sz="1800" dirty="0">
              <a:solidFill>
                <a:srgbClr val="002060"/>
              </a:solidFill>
            </a:endParaRP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java -version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export PATH=$PATH:PATH_TO_JAVA_BIN_FOLDER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</a:rPr>
              <a:t>echo $JAVA_HOME / </a:t>
            </a:r>
            <a:r>
              <a:rPr lang="en-GB" sz="1800" dirty="0">
                <a:solidFill>
                  <a:srgbClr val="002060"/>
                </a:solidFill>
              </a:rPr>
              <a:t>echo %JAVA_HOME%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export JAVA_HOME=PATH_TO_JAVA_INSTALLATION_FOLDER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Install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configure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Java</a:t>
            </a:r>
          </a:p>
        </p:txBody>
      </p:sp>
    </p:spTree>
    <p:extLst>
      <p:ext uri="{BB962C8B-B14F-4D97-AF65-F5344CB8AC3E}">
        <p14:creationId xmlns:p14="http://schemas.microsoft.com/office/powerpoint/2010/main" val="2045049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419157"/>
            <a:ext cx="10668000" cy="1524000"/>
          </a:xfrm>
        </p:spPr>
        <p:txBody>
          <a:bodyPr>
            <a:noAutofit/>
          </a:bodyPr>
          <a:lstStyle/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https://maven.apache.org/download.cgi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2060"/>
                </a:solidFill>
                <a:cs typeface="Arial" panose="020B0604020202020204" pitchFamily="34" charset="0"/>
              </a:rPr>
              <a:t>mvn</a:t>
            </a: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 --version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export PATH=$PATH:PATH_TO_MAVEN_BIN_FOLDER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echo $M2_HOME / </a:t>
            </a: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echo %M2_HOME%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export M2_HOME=PATH_TO_MAVEN_INSTALLATION_FOLDER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Install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configure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Maven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8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39" y="2419157"/>
            <a:ext cx="10949444" cy="2741422"/>
          </a:xfrm>
        </p:spPr>
        <p:txBody>
          <a:bodyPr>
            <a:noAutofit/>
          </a:bodyPr>
          <a:lstStyle/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https://www.jetbrains.com/idea/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JDK setup and Hello-world java application</a:t>
            </a: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Maven settings</a:t>
            </a: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Initialize git project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457200" indent="-457200">
              <a:buClr>
                <a:srgbClr val="00206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  <a:p>
            <a:pPr marL="457200" indent="-457200">
              <a:buClr>
                <a:srgbClr val="0070C0"/>
              </a:buClr>
              <a:buFont typeface="+mj-lt"/>
              <a:buAutoNum type="arabicParenR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1789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Install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configure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IntelliJ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IDEA</a:t>
            </a:r>
          </a:p>
        </p:txBody>
      </p:sp>
    </p:spTree>
    <p:extLst>
      <p:ext uri="{BB962C8B-B14F-4D97-AF65-F5344CB8AC3E}">
        <p14:creationId xmlns:p14="http://schemas.microsoft.com/office/powerpoint/2010/main" val="276816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42" y="2198011"/>
            <a:ext cx="10949444" cy="2741422"/>
          </a:xfrm>
        </p:spPr>
        <p:txBody>
          <a:bodyPr>
            <a:noAutofit/>
          </a:bodyPr>
          <a:lstStyle/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https://git-scm.com/downloads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git --version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Git bash for windows users</a:t>
            </a: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Create a </a:t>
            </a:r>
            <a:r>
              <a:rPr lang="en-GB" sz="1800" dirty="0" err="1">
                <a:solidFill>
                  <a:srgbClr val="002060"/>
                </a:solidFill>
                <a:cs typeface="Arial" panose="020B0604020202020204" pitchFamily="34" charset="0"/>
              </a:rPr>
              <a:t>github</a:t>
            </a: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 account</a:t>
            </a:r>
            <a:endParaRPr lang="en-US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21021" y="-107811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Install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configure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Git &amp;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Github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55999-A1AA-021F-D7E2-FE49D1019881}"/>
              </a:ext>
            </a:extLst>
          </p:cNvPr>
          <p:cNvSpPr txBox="1">
            <a:spLocks/>
          </p:cNvSpPr>
          <p:nvPr/>
        </p:nvSpPr>
        <p:spPr>
          <a:xfrm>
            <a:off x="21020" y="10351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615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42" y="2198011"/>
            <a:ext cx="10949444" cy="2741422"/>
          </a:xfrm>
        </p:spPr>
        <p:txBody>
          <a:bodyPr>
            <a:noAutofit/>
          </a:bodyPr>
          <a:lstStyle/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https://www.docker.com/get-started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docker --version</a:t>
            </a: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cs typeface="Arial" panose="020B0604020202020204" pitchFamily="34" charset="0"/>
              </a:rPr>
              <a:t>Run hello-world application: </a:t>
            </a: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docker pull hello-world &amp; docker run hello-world</a:t>
            </a: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Docker-compose: </a:t>
            </a: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https://docs.docker.com/compose/install/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docker-compose -version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21021" y="-107811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Install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configure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Docker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55999-A1AA-021F-D7E2-FE49D1019881}"/>
              </a:ext>
            </a:extLst>
          </p:cNvPr>
          <p:cNvSpPr txBox="1">
            <a:spLocks/>
          </p:cNvSpPr>
          <p:nvPr/>
        </p:nvSpPr>
        <p:spPr>
          <a:xfrm>
            <a:off x="21020" y="10351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52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42" y="2198011"/>
            <a:ext cx="10949444" cy="2741422"/>
          </a:xfrm>
        </p:spPr>
        <p:txBody>
          <a:bodyPr>
            <a:noAutofit/>
          </a:bodyPr>
          <a:lstStyle/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https://www.postman.com/downloads/</a:t>
            </a:r>
            <a:endParaRPr lang="en-GB" sz="1800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indent="-228600">
              <a:spcAft>
                <a:spcPts val="600"/>
              </a:spcAft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  <a:cs typeface="Arial" panose="020B0604020202020204" pitchFamily="34" charset="0"/>
              </a:rPr>
              <a:t>Import the collection provided in source code </a:t>
            </a:r>
            <a:endParaRPr lang="tr-TR" sz="1800" dirty="0">
              <a:solidFill>
                <a:srgbClr val="002060"/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21021" y="-107811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Install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configure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Postman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55999-A1AA-021F-D7E2-FE49D1019881}"/>
              </a:ext>
            </a:extLst>
          </p:cNvPr>
          <p:cNvSpPr txBox="1">
            <a:spLocks/>
          </p:cNvSpPr>
          <p:nvPr/>
        </p:nvSpPr>
        <p:spPr>
          <a:xfrm>
            <a:off x="21020" y="1035189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60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2312</TotalTime>
  <Words>260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17</cp:revision>
  <dcterms:created xsi:type="dcterms:W3CDTF">2025-10-29T22:10:39Z</dcterms:created>
  <dcterms:modified xsi:type="dcterms:W3CDTF">2026-03-20T16:54:05Z</dcterms:modified>
</cp:coreProperties>
</file>