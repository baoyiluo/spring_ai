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2" r:id="rId1"/>
  </p:sldMasterIdLst>
  <p:sldIdLst>
    <p:sldId id="256" r:id="rId2"/>
    <p:sldId id="265" r:id="rId3"/>
    <p:sldId id="262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088"/>
    <p:restoredTop sz="94694"/>
  </p:normalViewPr>
  <p:slideViewPr>
    <p:cSldViewPr snapToGrid="0">
      <p:cViewPr varScale="1">
        <p:scale>
          <a:sx n="115" d="100"/>
          <a:sy n="115" d="100"/>
        </p:scale>
        <p:origin x="224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999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576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909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226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65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899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235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230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472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139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040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76969C88-B244-455D-A017-012B25B1ACDD}" type="datetimeFigureOut">
              <a:rPr lang="en-US" smtClean="0"/>
              <a:pPr/>
              <a:t>12/20/25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07CE569E-9B7C-4CB9-AB80-C0841F922C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677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5AD47-5479-14E4-B4FD-2FFB23578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07611"/>
            <a:ext cx="9785131" cy="2286000"/>
          </a:xfrm>
        </p:spPr>
        <p:txBody>
          <a:bodyPr>
            <a:normAutofit/>
          </a:bodyPr>
          <a:lstStyle/>
          <a:p>
            <a:pPr algn="l"/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Gen AI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with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Java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Spring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67FAE-7EB5-6617-48D0-92BD338C9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29" y="3766202"/>
            <a:ext cx="4572000" cy="1524000"/>
          </a:xfrm>
        </p:spPr>
        <p:txBody>
          <a:bodyPr anchor="b">
            <a:normAutofit/>
          </a:bodyPr>
          <a:lstStyle/>
          <a:p>
            <a:pPr algn="l"/>
            <a:r>
              <a:rPr lang="tr-TR" dirty="0" err="1">
                <a:latin typeface="Gabriola" pitchFamily="82" charset="0"/>
                <a:cs typeface="Apple Chancery" panose="03020702040506060504" pitchFamily="66" charset="-79"/>
              </a:rPr>
              <a:t>By</a:t>
            </a:r>
            <a:r>
              <a:rPr lang="tr-TR" dirty="0">
                <a:latin typeface="Gabriola" pitchFamily="82" charset="0"/>
                <a:cs typeface="Apple Chancery" panose="03020702040506060504" pitchFamily="66" charset="-79"/>
              </a:rPr>
              <a:t> Ali Gelenler</a:t>
            </a:r>
          </a:p>
        </p:txBody>
      </p:sp>
      <p:pic>
        <p:nvPicPr>
          <p:cNvPr id="5" name="Picture 4" descr="A person smiling for the camera&#10;&#10;Description automatically generated">
            <a:extLst>
              <a:ext uri="{FF2B5EF4-FFF2-40B4-BE49-F238E27FC236}">
                <a16:creationId xmlns:a16="http://schemas.microsoft.com/office/drawing/2014/main" id="{01A85EC1-0397-5B85-A96E-F4002E1AE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382" y="4158969"/>
            <a:ext cx="822493" cy="1131233"/>
          </a:xfrm>
          <a:prstGeom prst="rect">
            <a:avLst/>
          </a:prstGeom>
          <a:effectLst>
            <a:glow rad="63500">
              <a:srgbClr val="002060">
                <a:alpha val="40000"/>
              </a:srgbClr>
            </a:glow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992101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10" name="Subtitle 9">
            <a:extLst>
              <a:ext uri="{FF2B5EF4-FFF2-40B4-BE49-F238E27FC236}">
                <a16:creationId xmlns:a16="http://schemas.microsoft.com/office/drawing/2014/main" id="{0042004D-6542-CFF4-3784-78CFA5C0B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097" y="1984458"/>
            <a:ext cx="10668000" cy="1444541"/>
          </a:xfrm>
        </p:spPr>
        <p:txBody>
          <a:bodyPr>
            <a:noAutofit/>
          </a:bodyPr>
          <a:lstStyle/>
          <a:p>
            <a:pPr>
              <a:buClr>
                <a:srgbClr val="002060"/>
              </a:buClr>
            </a:pPr>
            <a:endParaRPr lang="en-GB" sz="1800" b="1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Prompt leaking </a:t>
            </a:r>
            <a:r>
              <a:rPr lang="en-GB" sz="1800" dirty="0">
                <a:solidFill>
                  <a:srgbClr val="002060"/>
                </a:solidFill>
              </a:rPr>
              <a:t>is an attack where a user causes the model to reveal system or developer instructions, often via prompt injection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Prompt leaking is </a:t>
            </a:r>
            <a:r>
              <a:rPr lang="en-GB" sz="1800" b="1" dirty="0">
                <a:solidFill>
                  <a:srgbClr val="002060"/>
                </a:solidFill>
              </a:rPr>
              <a:t>not a separate vulnerability class</a:t>
            </a:r>
            <a:r>
              <a:rPr lang="en-GB" sz="1800" dirty="0">
                <a:solidFill>
                  <a:srgbClr val="002060"/>
                </a:solidFill>
              </a:rPr>
              <a:t> — it is a </a:t>
            </a:r>
            <a:r>
              <a:rPr lang="en-GB" sz="1800" b="1" dirty="0">
                <a:solidFill>
                  <a:srgbClr val="002060"/>
                </a:solidFill>
              </a:rPr>
              <a:t>failure mode caused by prompt injection</a:t>
            </a:r>
            <a:r>
              <a:rPr lang="en-GB" sz="1800" dirty="0">
                <a:solidFill>
                  <a:srgbClr val="002060"/>
                </a:solidFill>
              </a:rPr>
              <a:t>.</a:t>
            </a:r>
            <a:endParaRPr lang="en-GB" sz="1800" b="1" dirty="0">
              <a:solidFill>
                <a:srgbClr val="002060"/>
              </a:solidFill>
            </a:endParaRP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endParaRPr lang="en-GB" sz="1800" dirty="0">
              <a:solidFill>
                <a:srgbClr val="002060"/>
              </a:solidFill>
            </a:endParaRPr>
          </a:p>
          <a:p>
            <a:pPr lvl="1" algn="l">
              <a:buClr>
                <a:srgbClr val="002060"/>
              </a:buClr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031194-A80C-CB30-F1D2-ACB257A30D9A}"/>
              </a:ext>
            </a:extLst>
          </p:cNvPr>
          <p:cNvSpPr txBox="1">
            <a:spLocks/>
          </p:cNvSpPr>
          <p:nvPr/>
        </p:nvSpPr>
        <p:spPr>
          <a:xfrm>
            <a:off x="0" y="-585320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Prompt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leaking</a:t>
            </a:r>
            <a:endParaRPr lang="tr-TR" sz="4000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8239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5AD47-5479-14E4-B4FD-2FFB23578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07611"/>
            <a:ext cx="9785131" cy="2286000"/>
          </a:xfrm>
        </p:spPr>
        <p:txBody>
          <a:bodyPr>
            <a:normAutofit/>
          </a:bodyPr>
          <a:lstStyle/>
          <a:p>
            <a:pPr algn="l"/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Gen AI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with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Java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Spring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67FAE-7EB5-6617-48D0-92BD338C9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29" y="3766202"/>
            <a:ext cx="4572000" cy="1524000"/>
          </a:xfrm>
        </p:spPr>
        <p:txBody>
          <a:bodyPr anchor="b">
            <a:normAutofit/>
          </a:bodyPr>
          <a:lstStyle/>
          <a:p>
            <a:pPr algn="l"/>
            <a:r>
              <a:rPr lang="tr-TR" dirty="0" err="1">
                <a:latin typeface="Gabriola" pitchFamily="82" charset="0"/>
                <a:cs typeface="Apple Chancery" panose="03020702040506060504" pitchFamily="66" charset="-79"/>
              </a:rPr>
              <a:t>By</a:t>
            </a:r>
            <a:r>
              <a:rPr lang="tr-TR" dirty="0">
                <a:latin typeface="Gabriola" pitchFamily="82" charset="0"/>
                <a:cs typeface="Apple Chancery" panose="03020702040506060504" pitchFamily="66" charset="-79"/>
              </a:rPr>
              <a:t> Ali Gelenler</a:t>
            </a:r>
          </a:p>
        </p:txBody>
      </p:sp>
      <p:pic>
        <p:nvPicPr>
          <p:cNvPr id="5" name="Picture 4" descr="A person smiling for the camera&#10;&#10;Description automatically generated">
            <a:extLst>
              <a:ext uri="{FF2B5EF4-FFF2-40B4-BE49-F238E27FC236}">
                <a16:creationId xmlns:a16="http://schemas.microsoft.com/office/drawing/2014/main" id="{01A85EC1-0397-5B85-A96E-F4002E1AE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382" y="4158969"/>
            <a:ext cx="822493" cy="1131233"/>
          </a:xfrm>
          <a:prstGeom prst="rect">
            <a:avLst/>
          </a:prstGeom>
          <a:effectLst>
            <a:glow rad="63500">
              <a:srgbClr val="002060">
                <a:alpha val="40000"/>
              </a:srgbClr>
            </a:glow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728711404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TotalTime>10311</TotalTime>
  <Words>61</Words>
  <Application>Microsoft Macintosh PowerPoint</Application>
  <PresentationFormat>Widescreen</PresentationFormat>
  <Paragraphs>11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Corbel</vt:lpstr>
      <vt:lpstr>Gabriola</vt:lpstr>
      <vt:lpstr>Wingdings</vt:lpstr>
      <vt:lpstr>Wingdings 2</vt:lpstr>
      <vt:lpstr>Frame</vt:lpstr>
      <vt:lpstr>Gen AI with Java and Spring</vt:lpstr>
      <vt:lpstr>PowerPoint Presentation</vt:lpstr>
      <vt:lpstr>Gen AI with Java and Spring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 AI with Java and Spring</dc:title>
  <dc:creator>eaalgorithm@gmail.com</dc:creator>
  <cp:lastModifiedBy>eaalgorithm@gmail.com</cp:lastModifiedBy>
  <cp:revision>46</cp:revision>
  <dcterms:created xsi:type="dcterms:W3CDTF">2025-10-29T22:10:39Z</dcterms:created>
  <dcterms:modified xsi:type="dcterms:W3CDTF">2025-12-20T22:29:25Z</dcterms:modified>
</cp:coreProperties>
</file>