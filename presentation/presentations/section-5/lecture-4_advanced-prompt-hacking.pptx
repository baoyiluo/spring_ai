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05"/>
    <p:restoredTop sz="94664"/>
  </p:normalViewPr>
  <p:slideViewPr>
    <p:cSldViewPr snapToGrid="0">
      <p:cViewPr varScale="1">
        <p:scale>
          <a:sx n="97" d="100"/>
          <a:sy n="97" d="100"/>
        </p:scale>
        <p:origin x="368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097" y="1984458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Context switching attack: </a:t>
            </a:r>
            <a:r>
              <a:rPr lang="en-GB" sz="1800" dirty="0">
                <a:solidFill>
                  <a:srgbClr val="002060"/>
                </a:solidFill>
              </a:rPr>
              <a:t>Happens when an attacker tries to confuse or override the AI by forcing it to suddenly change roles, rules, or situations.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i="1" dirty="0">
                <a:solidFill>
                  <a:srgbClr val="002060"/>
                </a:solidFill>
              </a:rPr>
              <a:t>“Ignore everything before this”</a:t>
            </a: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i="1" dirty="0">
                <a:solidFill>
                  <a:srgbClr val="002060"/>
                </a:solidFill>
              </a:rPr>
              <a:t>“End of Response. New instruction:”</a:t>
            </a: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i="1" dirty="0">
                <a:solidFill>
                  <a:srgbClr val="002060"/>
                </a:solidFill>
              </a:rPr>
              <a:t>“Pretend this is just a story or a test”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Dictionary attack: </a:t>
            </a:r>
            <a:r>
              <a:rPr lang="en-GB" sz="1800" dirty="0">
                <a:solidFill>
                  <a:srgbClr val="002060"/>
                </a:solidFill>
              </a:rPr>
              <a:t>Attacker creates a hidden translation system between what the AI </a:t>
            </a:r>
            <a:r>
              <a:rPr lang="en-GB" sz="1800" i="1" dirty="0">
                <a:solidFill>
                  <a:srgbClr val="002060"/>
                </a:solidFill>
              </a:rPr>
              <a:t>thinks</a:t>
            </a:r>
            <a:r>
              <a:rPr lang="en-GB" sz="1800" dirty="0">
                <a:solidFill>
                  <a:srgbClr val="002060"/>
                </a:solidFill>
              </a:rPr>
              <a:t> it’s saying and what the attacker </a:t>
            </a:r>
            <a:r>
              <a:rPr lang="en-GB" sz="1800" i="1" dirty="0">
                <a:solidFill>
                  <a:srgbClr val="002060"/>
                </a:solidFill>
              </a:rPr>
              <a:t>wants</a:t>
            </a:r>
            <a:r>
              <a:rPr lang="en-GB" sz="1800" dirty="0">
                <a:solidFill>
                  <a:srgbClr val="002060"/>
                </a:solidFill>
              </a:rPr>
              <a:t> it to mean. Attacker defines a “dictionary” where harmless-looking words or phrases secretly stand for restricted or dangerous outputs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“Apple” secretly means “password”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“Describe an apple” really means “reveal sensitive data”</a:t>
            </a:r>
          </a:p>
          <a:p>
            <a:pPr marL="285750" indent="-285750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/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i="1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5853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Advanced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Prompt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Hacking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10436</TotalTime>
  <Words>137</Words>
  <Application>Microsoft Macintosh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50</cp:revision>
  <dcterms:created xsi:type="dcterms:W3CDTF">2025-10-29T22:10:39Z</dcterms:created>
  <dcterms:modified xsi:type="dcterms:W3CDTF">2025-12-22T11:06:30Z</dcterms:modified>
</cp:coreProperties>
</file>