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05"/>
    <p:restoredTop sz="94694"/>
  </p:normalViewPr>
  <p:slideViewPr>
    <p:cSldViewPr snapToGrid="0">
      <p:cViewPr varScale="1">
        <p:scale>
          <a:sx n="83" d="100"/>
          <a:sy n="83" d="100"/>
        </p:scale>
        <p:origin x="25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92" y="1550505"/>
            <a:ext cx="11685117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Input validation and sanitization (Pre-LLM checks):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Input validation and filtering before sending to the LLM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Write a sanitizer layer that scans user input for disallowed content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Output filtering (Post-LLM checks)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Use an output sanitizer and classifier before returning the response to client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Can use a moderation model (another LLM) to check for disallowed content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Create fallback messages if you detect the output doesn’t match to your domain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Encode and escape output before rendering in browser. Use Content Security Policy to protect against XSS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Least privileges: </a:t>
            </a:r>
            <a:r>
              <a:rPr lang="en-GB" sz="1800" dirty="0">
                <a:solidFill>
                  <a:srgbClr val="002060"/>
                </a:solidFill>
              </a:rPr>
              <a:t>Give least amount of privileges to both humans and AI model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Human in the loop: </a:t>
            </a:r>
            <a:r>
              <a:rPr lang="en-GB" sz="1800" dirty="0">
                <a:solidFill>
                  <a:srgbClr val="002060"/>
                </a:solidFill>
              </a:rPr>
              <a:t>Include a step that human can check the LLM output before relying on that and start processing the output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Preventions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Mitigations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Hacking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94" y="1891467"/>
            <a:ext cx="10941198" cy="4462837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Prompt Guarding: (System prompt as a guardrail)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</a:rPr>
              <a:t>Post prompting: </a:t>
            </a:r>
            <a:r>
              <a:rPr lang="en-GB" sz="1800" dirty="0">
                <a:solidFill>
                  <a:srgbClr val="002060"/>
                </a:solidFill>
              </a:rPr>
              <a:t>Placing instructions after user input, not before</a:t>
            </a:r>
            <a:endParaRPr lang="en-GB" sz="1800" b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</a:rPr>
              <a:t>Sandwich defence: </a:t>
            </a:r>
            <a:r>
              <a:rPr lang="en-GB" sz="1800" dirty="0">
                <a:solidFill>
                  <a:srgbClr val="002060"/>
                </a:solidFill>
              </a:rPr>
              <a:t>Including instructions before and after the user input to remind the context</a:t>
            </a:r>
            <a:endParaRPr lang="en-GB" sz="1800" b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b="1" dirty="0">
                <a:solidFill>
                  <a:srgbClr val="002060"/>
                </a:solidFill>
              </a:rPr>
              <a:t>Instructing LLM  to prevent attacks including: </a:t>
            </a:r>
          </a:p>
          <a:p>
            <a:pPr lvl="1" algn="l">
              <a:buClr>
                <a:srgbClr val="002060"/>
              </a:buClr>
            </a:pPr>
            <a:r>
              <a:rPr lang="en-GB" sz="1800" b="1" dirty="0">
                <a:solidFill>
                  <a:srgbClr val="002060"/>
                </a:solidFill>
              </a:rPr>
              <a:t>      - 	</a:t>
            </a:r>
            <a:r>
              <a:rPr lang="en-GB" sz="1800" dirty="0">
                <a:solidFill>
                  <a:srgbClr val="002060"/>
                </a:solidFill>
              </a:rPr>
              <a:t>Treating user provided input as </a:t>
            </a:r>
            <a:r>
              <a:rPr lang="en-GB" sz="1800" i="1" dirty="0">
                <a:solidFill>
                  <a:srgbClr val="002060"/>
                </a:solidFill>
              </a:rPr>
              <a:t>data</a:t>
            </a:r>
            <a:r>
              <a:rPr lang="en-GB" sz="1800" dirty="0">
                <a:solidFill>
                  <a:srgbClr val="002060"/>
                </a:solidFill>
              </a:rPr>
              <a:t>, not </a:t>
            </a:r>
            <a:r>
              <a:rPr lang="en-GB" sz="1800" i="1" dirty="0">
                <a:solidFill>
                  <a:srgbClr val="002060"/>
                </a:solidFill>
              </a:rPr>
              <a:t>instructions</a:t>
            </a: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r>
              <a:rPr lang="en-GB" sz="1800" dirty="0">
                <a:solidFill>
                  <a:srgbClr val="002060"/>
                </a:solidFill>
              </a:rPr>
              <a:t>      -  Preventing dictionary attacks</a:t>
            </a:r>
          </a:p>
          <a:p>
            <a:pPr lvl="1" algn="l">
              <a:buClr>
                <a:srgbClr val="002060"/>
              </a:buClr>
            </a:pPr>
            <a:r>
              <a:rPr lang="en-GB" sz="1800" dirty="0">
                <a:solidFill>
                  <a:srgbClr val="002060"/>
                </a:solidFill>
              </a:rPr>
              <a:t>      -  Preventing prompt leaking</a:t>
            </a:r>
          </a:p>
          <a:p>
            <a:pPr lvl="1" algn="l">
              <a:buClr>
                <a:srgbClr val="002060"/>
              </a:buClr>
            </a:pPr>
            <a:r>
              <a:rPr lang="en-GB" sz="1800" dirty="0">
                <a:solidFill>
                  <a:srgbClr val="002060"/>
                </a:solidFill>
              </a:rPr>
              <a:t>      -  Restricting the context that LLM should respond</a:t>
            </a:r>
            <a:endParaRPr lang="en-GB" sz="1800" b="1" dirty="0">
              <a:solidFill>
                <a:srgbClr val="002060"/>
              </a:solidFill>
            </a:endParaRPr>
          </a:p>
          <a:p>
            <a:pPr>
              <a:buClr>
                <a:srgbClr val="002060"/>
              </a:buClr>
            </a:pPr>
            <a:endParaRPr lang="en-GB" sz="1800" dirty="0"/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i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Guarding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using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System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45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11774</TotalTime>
  <Words>231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56</cp:revision>
  <dcterms:created xsi:type="dcterms:W3CDTF">2025-10-29T22:10:39Z</dcterms:created>
  <dcterms:modified xsi:type="dcterms:W3CDTF">2025-12-22T09:58:38Z</dcterms:modified>
</cp:coreProperties>
</file>