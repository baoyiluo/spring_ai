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2" r:id="rId1"/>
  </p:sldMasterIdLst>
  <p:sldIdLst>
    <p:sldId id="256" r:id="rId2"/>
    <p:sldId id="265" r:id="rId3"/>
    <p:sldId id="262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019"/>
    <p:restoredTop sz="94719"/>
  </p:normalViewPr>
  <p:slideViewPr>
    <p:cSldViewPr snapToGrid="0">
      <p:cViewPr varScale="1">
        <p:scale>
          <a:sx n="123" d="100"/>
          <a:sy n="123" d="100"/>
        </p:scale>
        <p:origin x="208" y="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999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576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909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4/29/26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26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4/29/26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65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4/29/26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899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235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4/29/26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230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4/29/26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72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4/29/26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39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4/29/26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40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7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992101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688" y="762833"/>
            <a:ext cx="10730580" cy="4556685"/>
          </a:xfrm>
        </p:spPr>
        <p:txBody>
          <a:bodyPr>
            <a:noAutofit/>
          </a:bodyPr>
          <a:lstStyle/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Large language models are inherently non-deterministic, which introduces risk in financial and operational contexts such as data deletion or sending critical external messages that require predictable outputs, strong controls, and reliable decision-making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For high-risk actions, you can introduce approval gates using the HTIL pattern to ensure a human reviews, validates, and explicitly authorizes the model’s recommendation before execution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Pausing the execution of an Agentic workflow at a predefined high-risk checkpoint and waiting for human approval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Agent suggests -&gt; Human must approve it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In AI assisted development, Co-pilot’s confirmation is an example of HTIL pattern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Use HTIL in predefined chained workflow, not with a fully autonomous agent deciding the checkpoint itself      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Do not rely on non-deterministic LLM to decide the checkpoint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HTIL will introduce latency and scalability trade-offs, since human review adds time to the decision loop and limits how many high-risk actions can be processed in parallel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Apply HTIL wisely: reserve it for high-risk actions, since broad usage can reduce speed, efficiency, and scalability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lvl="1" algn="l">
              <a:buClr>
                <a:srgbClr val="002060"/>
              </a:buClr>
            </a:pPr>
            <a:endParaRPr lang="en-GB" sz="1800" dirty="0">
              <a:solidFill>
                <a:srgbClr val="002060"/>
              </a:solidFill>
            </a:endParaRPr>
          </a:p>
          <a:p>
            <a:pPr lvl="1" algn="l">
              <a:buClr>
                <a:srgbClr val="002060"/>
              </a:buClr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90688" y="-1310226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Human-in-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the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-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Loop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(HITL)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Pattern</a:t>
            </a:r>
            <a:endParaRPr lang="tr-TR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8239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10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10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728711404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20409</TotalTime>
  <Words>200</Words>
  <Application>Microsoft Macintosh PowerPoint</Application>
  <PresentationFormat>Widescreen</PresentationFormat>
  <Paragraphs>17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Corbel</vt:lpstr>
      <vt:lpstr>Gabriola</vt:lpstr>
      <vt:lpstr>Wingdings</vt:lpstr>
      <vt:lpstr>Wingdings 2</vt:lpstr>
      <vt:lpstr>Frame</vt:lpstr>
      <vt:lpstr>Gen AI with Java and Spring</vt:lpstr>
      <vt:lpstr>PowerPoint Presentation</vt:lpstr>
      <vt:lpstr>Gen AI with Java and Spring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 AI with Java and Spring</dc:title>
  <dc:creator>eaalgorithm@gmail.com</dc:creator>
  <cp:lastModifiedBy>eaalgorithm@gmail.com</cp:lastModifiedBy>
  <cp:revision>69</cp:revision>
  <dcterms:created xsi:type="dcterms:W3CDTF">2025-10-29T22:10:39Z</dcterms:created>
  <dcterms:modified xsi:type="dcterms:W3CDTF">2026-04-29T12:11:44Z</dcterms:modified>
</cp:coreProperties>
</file>