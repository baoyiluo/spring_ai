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5" r:id="rId3"/>
    <p:sldId id="266" r:id="rId4"/>
    <p:sldId id="2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68"/>
    <p:restoredTop sz="94694"/>
  </p:normalViewPr>
  <p:slideViewPr>
    <p:cSldViewPr snapToGrid="0">
      <p:cViewPr varScale="1">
        <p:scale>
          <a:sx n="78" d="100"/>
          <a:sy n="78" d="100"/>
        </p:scale>
        <p:origin x="192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3/12/26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3/12/26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3/12/26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3/12/26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3/12/26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92" y="1079358"/>
            <a:ext cx="10730580" cy="5016642"/>
          </a:xfrm>
        </p:spPr>
        <p:txBody>
          <a:bodyPr>
            <a:no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LLMs are nondeterministic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Need token and cost metrics for </a:t>
            </a:r>
            <a:r>
              <a:rPr lang="en-GB" sz="1800" dirty="0" err="1">
                <a:solidFill>
                  <a:srgbClr val="002060"/>
                </a:solidFill>
              </a:rPr>
              <a:t>llm</a:t>
            </a:r>
            <a:r>
              <a:rPr lang="en-GB" sz="1800" dirty="0">
                <a:solidFill>
                  <a:srgbClr val="002060"/>
                </a:solidFill>
              </a:rPr>
              <a:t> calls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Need to track input and output and use logs for debugging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Need evidence for compliance and auditing</a:t>
            </a: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Understand not only latency or token usage, but prompt performance, embedded generation, rag retrieval quality, agent flow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Pillars of observability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Metrics: latency, token count, cost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Logs: structures prompt/response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Traces: end-to-end view of rag pipeline, agent workflow etc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Evaluations: automated quality checks(Fact checking evaluator)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878389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Observability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in Gen AI</a:t>
            </a:r>
          </a:p>
        </p:txBody>
      </p:sp>
    </p:spTree>
    <p:extLst>
      <p:ext uri="{BB962C8B-B14F-4D97-AF65-F5344CB8AC3E}">
        <p14:creationId xmlns:p14="http://schemas.microsoft.com/office/powerpoint/2010/main" val="26882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10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76747"/>
            <a:ext cx="10730580" cy="5016642"/>
          </a:xfrm>
        </p:spPr>
        <p:txBody>
          <a:bodyPr>
            <a:no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r>
              <a:rPr lang="en-GB" sz="1800" dirty="0">
                <a:solidFill>
                  <a:srgbClr val="002060"/>
                </a:solidFill>
                <a:effectLst/>
              </a:rPr>
              <a:t>•    Spring boot actuator</a:t>
            </a: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 err="1">
                <a:solidFill>
                  <a:srgbClr val="002060"/>
                </a:solidFill>
                <a:effectLst/>
              </a:rPr>
              <a:t>Micrometer</a:t>
            </a:r>
            <a:r>
              <a:rPr lang="en-GB" sz="1800" dirty="0">
                <a:solidFill>
                  <a:srgbClr val="002060"/>
                </a:solidFill>
                <a:effectLst/>
              </a:rPr>
              <a:t> and open telemetry to track metrics and trace requests through ai pipeline 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 err="1">
                <a:solidFill>
                  <a:srgbClr val="002060"/>
                </a:solidFill>
                <a:effectLst/>
              </a:rPr>
              <a:t>Micrometer</a:t>
            </a:r>
            <a:r>
              <a:rPr lang="en-GB" sz="1800" dirty="0">
                <a:solidFill>
                  <a:srgbClr val="002060"/>
                </a:solidFill>
                <a:effectLst/>
              </a:rPr>
              <a:t> metrics: </a:t>
            </a:r>
            <a:r>
              <a:rPr lang="en-GB" sz="1800" dirty="0" err="1">
                <a:solidFill>
                  <a:srgbClr val="002060"/>
                </a:solidFill>
                <a:effectLst/>
              </a:rPr>
              <a:t>gen.ai.usage</a:t>
            </a:r>
            <a:r>
              <a:rPr lang="en-GB" sz="1800" dirty="0">
                <a:solidFill>
                  <a:srgbClr val="002060"/>
                </a:solidFill>
                <a:effectLst/>
              </a:rPr>
              <a:t>.*, </a:t>
            </a:r>
            <a:r>
              <a:rPr lang="en-GB" sz="1800" dirty="0" err="1">
                <a:solidFill>
                  <a:srgbClr val="002060"/>
                </a:solidFill>
                <a:effectLst/>
              </a:rPr>
              <a:t>gen.ai.client.latency</a:t>
            </a:r>
            <a:r>
              <a:rPr lang="en-GB" sz="1800" dirty="0">
                <a:solidFill>
                  <a:srgbClr val="002060"/>
                </a:solidFill>
                <a:effectLst/>
              </a:rPr>
              <a:t> etc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  <a:effectLst/>
              </a:rPr>
              <a:t>Observation events: </a:t>
            </a:r>
            <a:r>
              <a:rPr lang="en-GB" sz="1800" dirty="0" err="1">
                <a:solidFill>
                  <a:srgbClr val="002060"/>
                </a:solidFill>
                <a:effectLst/>
              </a:rPr>
              <a:t>micrometer</a:t>
            </a:r>
            <a:r>
              <a:rPr lang="en-GB" sz="1800" dirty="0">
                <a:solidFill>
                  <a:srgbClr val="002060"/>
                </a:solidFill>
                <a:effectLst/>
              </a:rPr>
              <a:t> tracing/</a:t>
            </a:r>
            <a:r>
              <a:rPr lang="en-GB" sz="1800" dirty="0" err="1">
                <a:solidFill>
                  <a:srgbClr val="002060"/>
                </a:solidFill>
                <a:effectLst/>
              </a:rPr>
              <a:t>opentelemetry</a:t>
            </a:r>
            <a:endParaRPr lang="en-GB" sz="1800" dirty="0">
              <a:solidFill>
                <a:srgbClr val="002060"/>
              </a:solidFill>
              <a:effectLst/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B</a:t>
            </a:r>
            <a:r>
              <a:rPr lang="en-GB" sz="1800" dirty="0">
                <a:solidFill>
                  <a:srgbClr val="002060"/>
                </a:solidFill>
                <a:effectLst/>
              </a:rPr>
              <a:t>uild dashboards to get insights using </a:t>
            </a:r>
            <a:r>
              <a:rPr lang="en-GB" sz="1800" dirty="0" err="1">
                <a:solidFill>
                  <a:srgbClr val="002060"/>
                </a:solidFill>
                <a:effectLst/>
              </a:rPr>
              <a:t>mcp</a:t>
            </a:r>
            <a:r>
              <a:rPr lang="en-GB" sz="1800" dirty="0">
                <a:solidFill>
                  <a:srgbClr val="002060"/>
                </a:solidFill>
                <a:effectLst/>
              </a:rPr>
              <a:t> server with </a:t>
            </a:r>
            <a:r>
              <a:rPr lang="en-GB" sz="1800" dirty="0" err="1">
                <a:solidFill>
                  <a:srgbClr val="002060"/>
                </a:solidFill>
                <a:effectLst/>
              </a:rPr>
              <a:t>grafana</a:t>
            </a:r>
            <a:endParaRPr lang="en-GB" sz="1800" dirty="0">
              <a:solidFill>
                <a:srgbClr val="002060"/>
              </a:solidFill>
              <a:effectLst/>
            </a:endParaRPr>
          </a:p>
          <a:p>
            <a:endParaRPr lang="en-GB" sz="1400" dirty="0">
              <a:effectLst/>
              <a:latin typeface="Helvetica Neue" panose="02000503000000020004" pitchFamily="2" charset="0"/>
            </a:endParaRP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878389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Observability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in Gen AI</a:t>
            </a:r>
          </a:p>
        </p:txBody>
      </p:sp>
    </p:spTree>
    <p:extLst>
      <p:ext uri="{BB962C8B-B14F-4D97-AF65-F5344CB8AC3E}">
        <p14:creationId xmlns:p14="http://schemas.microsoft.com/office/powerpoint/2010/main" val="49677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14722</TotalTime>
  <Words>164</Words>
  <Application>Microsoft Macintosh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Corbel</vt:lpstr>
      <vt:lpstr>Gabriola</vt:lpstr>
      <vt:lpstr>Helvetica Neue</vt:lpstr>
      <vt:lpstr>Wingdings</vt:lpstr>
      <vt:lpstr>Wingdings 2</vt:lpstr>
      <vt:lpstr>Frame</vt:lpstr>
      <vt:lpstr>Gen AI with Java and Spring</vt:lpstr>
      <vt:lpstr>PowerPoint Presentation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72</cp:revision>
  <dcterms:created xsi:type="dcterms:W3CDTF">2025-10-29T22:10:39Z</dcterms:created>
  <dcterms:modified xsi:type="dcterms:W3CDTF">2026-03-12T20:56:37Z</dcterms:modified>
</cp:coreProperties>
</file>