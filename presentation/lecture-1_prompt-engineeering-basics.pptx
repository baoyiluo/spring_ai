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63" r:id="rId4"/>
    <p:sldId id="264" r:id="rId5"/>
    <p:sldId id="265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63"/>
    <p:restoredTop sz="94694"/>
  </p:normalViewPr>
  <p:slideViewPr>
    <p:cSldViewPr snapToGrid="0">
      <p:cViewPr varScale="1">
        <p:scale>
          <a:sx n="73" d="100"/>
          <a:sy n="73" d="100"/>
        </p:scale>
        <p:origin x="312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97" y="1984459"/>
            <a:ext cx="10668000" cy="1328754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Techniques for optimizing interactions with LLMs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The process of designing inputs (prompts) to get the best possible response from an LLM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Helps guide AI models to generate relevant, accurate, and context-aware responses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Used in various applications like chatbots, content generation, and automation</a:t>
            </a:r>
            <a:endParaRPr lang="en-US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Prompt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Engineering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0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97" y="1984459"/>
            <a:ext cx="10668000" cy="1328754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Clarity:</a:t>
            </a:r>
            <a:r>
              <a:rPr lang="en-GB" sz="1800" dirty="0">
                <a:solidFill>
                  <a:srgbClr val="002060"/>
                </a:solidFill>
              </a:rPr>
              <a:t> Be clear and specific about the task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Context:</a:t>
            </a:r>
            <a:r>
              <a:rPr lang="en-GB" sz="1800" dirty="0">
                <a:solidFill>
                  <a:srgbClr val="002060"/>
                </a:solidFill>
              </a:rPr>
              <a:t> Provide relevant background information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Constraints:</a:t>
            </a:r>
            <a:r>
              <a:rPr lang="en-GB" sz="1800" dirty="0">
                <a:solidFill>
                  <a:srgbClr val="002060"/>
                </a:solidFill>
              </a:rPr>
              <a:t> Set boundaries (word limits, formats, etc.)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Examples:</a:t>
            </a:r>
            <a:r>
              <a:rPr lang="en-GB" sz="1800" dirty="0">
                <a:solidFill>
                  <a:srgbClr val="002060"/>
                </a:solidFill>
              </a:rPr>
              <a:t> Demonstrate expected output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Iterative Refinement: </a:t>
            </a:r>
            <a:r>
              <a:rPr lang="en-GB" sz="1800" dirty="0">
                <a:solidFill>
                  <a:srgbClr val="002060"/>
                </a:solidFill>
              </a:rPr>
              <a:t>Experiment with different prompts for better results</a:t>
            </a:r>
          </a:p>
          <a:p>
            <a:pPr marL="742950" lvl="1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Key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Principles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9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97" y="1984459"/>
            <a:ext cx="10668000" cy="1328754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Zero-shot prompting: </a:t>
            </a:r>
            <a:r>
              <a:rPr lang="en-GB" sz="1800" dirty="0">
                <a:solidFill>
                  <a:srgbClr val="002060"/>
                </a:solidFill>
              </a:rPr>
              <a:t>Asking the model to perform a task without prior examples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One/Few-shot prompting: </a:t>
            </a:r>
            <a:r>
              <a:rPr lang="en-GB" sz="1800" dirty="0">
                <a:solidFill>
                  <a:srgbClr val="002060"/>
                </a:solidFill>
              </a:rPr>
              <a:t>Providing examples to guide the model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Chain-of-thought prompting: </a:t>
            </a:r>
            <a:r>
              <a:rPr lang="en-GB" sz="1800" dirty="0">
                <a:solidFill>
                  <a:srgbClr val="002060"/>
                </a:solidFill>
              </a:rPr>
              <a:t>Encouraging reasoning step by step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Choosing the correct LLM </a:t>
            </a:r>
            <a:r>
              <a:rPr lang="en-GB" sz="1800" dirty="0">
                <a:solidFill>
                  <a:srgbClr val="002060"/>
                </a:solidFill>
              </a:rPr>
              <a:t>model for the job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System messages: </a:t>
            </a:r>
            <a:r>
              <a:rPr lang="en-GB" sz="1800" dirty="0">
                <a:solidFill>
                  <a:srgbClr val="002060"/>
                </a:solidFill>
              </a:rPr>
              <a:t>Setting a role or context for the AI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Common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Techniques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07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97" y="1984459"/>
            <a:ext cx="10668000" cy="1328754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Using </a:t>
            </a:r>
            <a:r>
              <a:rPr lang="en-GB" sz="1800" b="1" dirty="0">
                <a:solidFill>
                  <a:srgbClr val="002060"/>
                </a:solidFill>
              </a:rPr>
              <a:t>prompt templates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Temperature &amp; top-p tuning: </a:t>
            </a:r>
            <a:r>
              <a:rPr lang="en-GB" sz="1800" dirty="0">
                <a:solidFill>
                  <a:srgbClr val="002060"/>
                </a:solidFill>
              </a:rPr>
              <a:t>Adjusting creativity and randomness in responses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Returning </a:t>
            </a:r>
            <a:r>
              <a:rPr lang="en-GB" sz="1800" b="1" dirty="0">
                <a:solidFill>
                  <a:srgbClr val="002060"/>
                </a:solidFill>
              </a:rPr>
              <a:t>multiple results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Limiting the token </a:t>
            </a:r>
            <a:r>
              <a:rPr lang="en-GB" sz="1800" dirty="0">
                <a:solidFill>
                  <a:srgbClr val="002060"/>
                </a:solidFill>
              </a:rPr>
              <a:t>usage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Common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Techniques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10145</TotalTime>
  <Words>188</Words>
  <Application>Microsoft Macintosh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Corbel</vt:lpstr>
      <vt:lpstr>Gabriola</vt:lpstr>
      <vt:lpstr>Wingdings 2</vt:lpstr>
      <vt:lpstr>Frame</vt:lpstr>
      <vt:lpstr>Gen AI with Java and Spring</vt:lpstr>
      <vt:lpstr>PowerPoint Presentation</vt:lpstr>
      <vt:lpstr>PowerPoint Presentation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38</cp:revision>
  <dcterms:created xsi:type="dcterms:W3CDTF">2025-10-29T22:10:39Z</dcterms:created>
  <dcterms:modified xsi:type="dcterms:W3CDTF">2025-12-17T08:33:50Z</dcterms:modified>
</cp:coreProperties>
</file>